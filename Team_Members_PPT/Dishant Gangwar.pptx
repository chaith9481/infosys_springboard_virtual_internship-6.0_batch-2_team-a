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71" r:id="rId6"/>
    <p:sldId id="260" r:id="rId7"/>
    <p:sldId id="261" r:id="rId8"/>
    <p:sldId id="262" r:id="rId9"/>
    <p:sldId id="263" r:id="rId10"/>
    <p:sldId id="269" r:id="rId11"/>
    <p:sldId id="264" r:id="rId12"/>
    <p:sldId id="265" r:id="rId13"/>
    <p:sldId id="270" r:id="rId14"/>
    <p:sldId id="272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5569"/>
    <a:srgbClr val="1E293B"/>
    <a:srgbClr val="FFFFFF"/>
    <a:srgbClr val="12033B"/>
    <a:srgbClr val="05041A"/>
    <a:srgbClr val="0F0C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1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D20D2B-DE21-45AE-BEFB-1DC4360248A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6_5" csCatId="accent6"/>
      <dgm:spPr/>
      <dgm:t>
        <a:bodyPr/>
        <a:lstStyle/>
        <a:p>
          <a:endParaRPr lang="en-US"/>
        </a:p>
      </dgm:t>
    </dgm:pt>
    <dgm:pt modelId="{2960F52B-DB2F-4ACD-8A10-80D1DFD3B727}">
      <dgm:prSet/>
      <dgm:spPr/>
      <dgm:t>
        <a:bodyPr/>
        <a:lstStyle/>
        <a:p>
          <a:r>
            <a:rPr lang="en-US"/>
            <a:t>Focus: Macro-level performance and turnout trends.</a:t>
          </a:r>
        </a:p>
      </dgm:t>
    </dgm:pt>
    <dgm:pt modelId="{2873379B-A7AA-4879-9E98-70190948A6A6}" type="parTrans" cxnId="{D5C37DD7-2C3C-47FF-BC90-6D4221E08955}">
      <dgm:prSet/>
      <dgm:spPr/>
      <dgm:t>
        <a:bodyPr/>
        <a:lstStyle/>
        <a:p>
          <a:endParaRPr lang="en-US"/>
        </a:p>
      </dgm:t>
    </dgm:pt>
    <dgm:pt modelId="{F8C524B4-78AC-44BA-893F-1071652C1854}" type="sibTrans" cxnId="{D5C37DD7-2C3C-47FF-BC90-6D4221E08955}">
      <dgm:prSet/>
      <dgm:spPr/>
      <dgm:t>
        <a:bodyPr/>
        <a:lstStyle/>
        <a:p>
          <a:endParaRPr lang="en-US"/>
        </a:p>
      </dgm:t>
    </dgm:pt>
    <dgm:pt modelId="{328D1BB9-C7EB-4604-B144-3B8B451BD2D9}">
      <dgm:prSet/>
      <dgm:spPr/>
      <dgm:t>
        <a:bodyPr/>
        <a:lstStyle/>
        <a:p>
          <a:r>
            <a:rPr lang="en-US"/>
            <a:t>Highlights:</a:t>
          </a:r>
        </a:p>
      </dgm:t>
    </dgm:pt>
    <dgm:pt modelId="{3D495D6C-A9ED-4042-9917-4B16187FD12C}" type="parTrans" cxnId="{324132F4-E025-427C-BB9E-F4BC9743349E}">
      <dgm:prSet/>
      <dgm:spPr/>
      <dgm:t>
        <a:bodyPr/>
        <a:lstStyle/>
        <a:p>
          <a:endParaRPr lang="en-US"/>
        </a:p>
      </dgm:t>
    </dgm:pt>
    <dgm:pt modelId="{637F66C9-BAE2-48B5-A5A8-D0226059DFCE}" type="sibTrans" cxnId="{324132F4-E025-427C-BB9E-F4BC9743349E}">
      <dgm:prSet/>
      <dgm:spPr/>
      <dgm:t>
        <a:bodyPr/>
        <a:lstStyle/>
        <a:p>
          <a:endParaRPr lang="en-US"/>
        </a:p>
      </dgm:t>
    </dgm:pt>
    <dgm:pt modelId="{9EF0BB20-197A-40B8-A8DC-54C2E400AB0E}">
      <dgm:prSet/>
      <dgm:spPr/>
      <dgm:t>
        <a:bodyPr/>
        <a:lstStyle/>
        <a:p>
          <a:r>
            <a:rPr lang="en-US" dirty="0"/>
            <a:t>- KPI Cards – Total Seats,</a:t>
          </a:r>
          <a:r>
            <a:rPr lang="en-GB" dirty="0"/>
            <a:t> Total Votes</a:t>
          </a:r>
          <a:r>
            <a:rPr lang="en-US" dirty="0"/>
            <a:t>, Turnout %</a:t>
          </a:r>
        </a:p>
      </dgm:t>
    </dgm:pt>
    <dgm:pt modelId="{12224F90-1D05-4C1D-8065-E52DB9D940B8}" type="parTrans" cxnId="{E8019F80-3F30-4201-8EAA-5151B6BC25B1}">
      <dgm:prSet/>
      <dgm:spPr/>
      <dgm:t>
        <a:bodyPr/>
        <a:lstStyle/>
        <a:p>
          <a:endParaRPr lang="en-US"/>
        </a:p>
      </dgm:t>
    </dgm:pt>
    <dgm:pt modelId="{39D8AF70-60F9-4BE1-B4F5-6CC2989CD0A2}" type="sibTrans" cxnId="{E8019F80-3F30-4201-8EAA-5151B6BC25B1}">
      <dgm:prSet/>
      <dgm:spPr/>
      <dgm:t>
        <a:bodyPr/>
        <a:lstStyle/>
        <a:p>
          <a:endParaRPr lang="en-US"/>
        </a:p>
      </dgm:t>
    </dgm:pt>
    <dgm:pt modelId="{2B8B594C-4F3F-4838-B130-1D0CDB36D4B3}">
      <dgm:prSet/>
      <dgm:spPr/>
      <dgm:t>
        <a:bodyPr/>
        <a:lstStyle/>
        <a:p>
          <a:r>
            <a:rPr lang="en-US"/>
            <a:t>- Map – Seats by State</a:t>
          </a:r>
        </a:p>
      </dgm:t>
    </dgm:pt>
    <dgm:pt modelId="{FFCF5436-09B4-4A40-8344-8B444A619DB6}" type="parTrans" cxnId="{46BDC407-91D3-42A6-968A-D137F051D0AF}">
      <dgm:prSet/>
      <dgm:spPr/>
      <dgm:t>
        <a:bodyPr/>
        <a:lstStyle/>
        <a:p>
          <a:endParaRPr lang="en-US"/>
        </a:p>
      </dgm:t>
    </dgm:pt>
    <dgm:pt modelId="{9D2A5198-8CF4-4820-A85D-06D84A547F59}" type="sibTrans" cxnId="{46BDC407-91D3-42A6-968A-D137F051D0AF}">
      <dgm:prSet/>
      <dgm:spPr/>
      <dgm:t>
        <a:bodyPr/>
        <a:lstStyle/>
        <a:p>
          <a:endParaRPr lang="en-US"/>
        </a:p>
      </dgm:t>
    </dgm:pt>
    <dgm:pt modelId="{43126949-481B-4A36-8B34-8DFA28DBF59C}">
      <dgm:prSet/>
      <dgm:spPr/>
      <dgm:t>
        <a:bodyPr/>
        <a:lstStyle/>
        <a:p>
          <a:r>
            <a:rPr lang="en-US"/>
            <a:t>- Trend Line – Turnout over time</a:t>
          </a:r>
        </a:p>
      </dgm:t>
    </dgm:pt>
    <dgm:pt modelId="{E4D38E65-0CB7-4DBC-9BA0-B524BA9BD114}" type="parTrans" cxnId="{FDA36F06-2CAD-4BD8-9E7B-0D5CB2849CE4}">
      <dgm:prSet/>
      <dgm:spPr/>
      <dgm:t>
        <a:bodyPr/>
        <a:lstStyle/>
        <a:p>
          <a:endParaRPr lang="en-US"/>
        </a:p>
      </dgm:t>
    </dgm:pt>
    <dgm:pt modelId="{E18A7358-3E07-4EB1-BCF2-89D1ADB48230}" type="sibTrans" cxnId="{FDA36F06-2CAD-4BD8-9E7B-0D5CB2849CE4}">
      <dgm:prSet/>
      <dgm:spPr/>
      <dgm:t>
        <a:bodyPr/>
        <a:lstStyle/>
        <a:p>
          <a:endParaRPr lang="en-US"/>
        </a:p>
      </dgm:t>
    </dgm:pt>
    <dgm:pt modelId="{0687DFFA-D8E0-400D-8A21-F8178E641898}">
      <dgm:prSet/>
      <dgm:spPr/>
      <dgm:t>
        <a:bodyPr/>
        <a:lstStyle/>
        <a:p>
          <a:r>
            <a:rPr lang="en-US"/>
            <a:t>- Donut Chart – </a:t>
          </a:r>
          <a:r>
            <a:rPr lang="en-GB"/>
            <a:t>Contested </a:t>
          </a:r>
          <a:r>
            <a:rPr lang="en-US"/>
            <a:t>Seat by Party</a:t>
          </a:r>
        </a:p>
      </dgm:t>
    </dgm:pt>
    <dgm:pt modelId="{9EF66A0B-F120-4E8B-BBA1-C18B998C9F45}" type="parTrans" cxnId="{09038CBA-A135-4901-B4C2-A51ABF5DA33F}">
      <dgm:prSet/>
      <dgm:spPr/>
      <dgm:t>
        <a:bodyPr/>
        <a:lstStyle/>
        <a:p>
          <a:endParaRPr lang="en-US"/>
        </a:p>
      </dgm:t>
    </dgm:pt>
    <dgm:pt modelId="{5ADAF6A5-A237-4288-B893-F81B66BC55B7}" type="sibTrans" cxnId="{09038CBA-A135-4901-B4C2-A51ABF5DA33F}">
      <dgm:prSet/>
      <dgm:spPr/>
      <dgm:t>
        <a:bodyPr/>
        <a:lstStyle/>
        <a:p>
          <a:endParaRPr lang="en-US"/>
        </a:p>
      </dgm:t>
    </dgm:pt>
    <dgm:pt modelId="{B43E2939-E9F9-4929-AA91-FB4E4B51CE7E}">
      <dgm:prSet/>
      <dgm:spPr/>
      <dgm:t>
        <a:bodyPr/>
        <a:lstStyle/>
        <a:p>
          <a:r>
            <a:rPr lang="en-US"/>
            <a:t>Interaction: Filter by year to update all visuals instantly.</a:t>
          </a:r>
        </a:p>
      </dgm:t>
    </dgm:pt>
    <dgm:pt modelId="{4F5EE43A-3EA8-469D-8597-14050F37877C}" type="parTrans" cxnId="{0BBCDCCA-C418-4922-9EB5-AB7C6882A0C7}">
      <dgm:prSet/>
      <dgm:spPr/>
      <dgm:t>
        <a:bodyPr/>
        <a:lstStyle/>
        <a:p>
          <a:endParaRPr lang="en-US"/>
        </a:p>
      </dgm:t>
    </dgm:pt>
    <dgm:pt modelId="{0FE6AF2F-EA51-4046-B9F9-A248F8F1E92E}" type="sibTrans" cxnId="{0BBCDCCA-C418-4922-9EB5-AB7C6882A0C7}">
      <dgm:prSet/>
      <dgm:spPr/>
      <dgm:t>
        <a:bodyPr/>
        <a:lstStyle/>
        <a:p>
          <a:endParaRPr lang="en-US"/>
        </a:p>
      </dgm:t>
    </dgm:pt>
    <dgm:pt modelId="{B310E6CE-B4A7-48C6-82A7-8B436A87B875}" type="pres">
      <dgm:prSet presAssocID="{32D20D2B-DE21-45AE-BEFB-1DC4360248AB}" presName="Name0" presStyleCnt="0">
        <dgm:presLayoutVars>
          <dgm:dir/>
          <dgm:resizeHandles val="exact"/>
        </dgm:presLayoutVars>
      </dgm:prSet>
      <dgm:spPr/>
    </dgm:pt>
    <dgm:pt modelId="{483E4B2E-2C40-476F-90E1-02C4C62A86CB}" type="pres">
      <dgm:prSet presAssocID="{2960F52B-DB2F-4ACD-8A10-80D1DFD3B727}" presName="node" presStyleLbl="node1" presStyleIdx="0" presStyleCnt="7">
        <dgm:presLayoutVars>
          <dgm:bulletEnabled val="1"/>
        </dgm:presLayoutVars>
      </dgm:prSet>
      <dgm:spPr/>
    </dgm:pt>
    <dgm:pt modelId="{F9649F74-A255-4C82-9DD8-9A9657F8772F}" type="pres">
      <dgm:prSet presAssocID="{F8C524B4-78AC-44BA-893F-1071652C1854}" presName="sibTrans" presStyleLbl="sibTrans1D1" presStyleIdx="0" presStyleCnt="6"/>
      <dgm:spPr/>
    </dgm:pt>
    <dgm:pt modelId="{71C083A5-1753-4D63-B870-F7AFA7AEB60A}" type="pres">
      <dgm:prSet presAssocID="{F8C524B4-78AC-44BA-893F-1071652C1854}" presName="connectorText" presStyleLbl="sibTrans1D1" presStyleIdx="0" presStyleCnt="6"/>
      <dgm:spPr/>
    </dgm:pt>
    <dgm:pt modelId="{5351525C-A180-49E2-A928-7692A6FE2E65}" type="pres">
      <dgm:prSet presAssocID="{328D1BB9-C7EB-4604-B144-3B8B451BD2D9}" presName="node" presStyleLbl="node1" presStyleIdx="1" presStyleCnt="7">
        <dgm:presLayoutVars>
          <dgm:bulletEnabled val="1"/>
        </dgm:presLayoutVars>
      </dgm:prSet>
      <dgm:spPr/>
    </dgm:pt>
    <dgm:pt modelId="{58452295-5065-4D77-BC9C-CB07ED2B3386}" type="pres">
      <dgm:prSet presAssocID="{637F66C9-BAE2-48B5-A5A8-D0226059DFCE}" presName="sibTrans" presStyleLbl="sibTrans1D1" presStyleIdx="1" presStyleCnt="6"/>
      <dgm:spPr/>
    </dgm:pt>
    <dgm:pt modelId="{5615A031-F1B5-4AE3-9690-D86AE45ED5B3}" type="pres">
      <dgm:prSet presAssocID="{637F66C9-BAE2-48B5-A5A8-D0226059DFCE}" presName="connectorText" presStyleLbl="sibTrans1D1" presStyleIdx="1" presStyleCnt="6"/>
      <dgm:spPr/>
    </dgm:pt>
    <dgm:pt modelId="{31355DFF-A564-41D8-BFE1-80ED39ACB739}" type="pres">
      <dgm:prSet presAssocID="{9EF0BB20-197A-40B8-A8DC-54C2E400AB0E}" presName="node" presStyleLbl="node1" presStyleIdx="2" presStyleCnt="7">
        <dgm:presLayoutVars>
          <dgm:bulletEnabled val="1"/>
        </dgm:presLayoutVars>
      </dgm:prSet>
      <dgm:spPr/>
    </dgm:pt>
    <dgm:pt modelId="{AE243AAF-A111-4310-ABF9-C484560677BC}" type="pres">
      <dgm:prSet presAssocID="{39D8AF70-60F9-4BE1-B4F5-6CC2989CD0A2}" presName="sibTrans" presStyleLbl="sibTrans1D1" presStyleIdx="2" presStyleCnt="6"/>
      <dgm:spPr/>
    </dgm:pt>
    <dgm:pt modelId="{98FF9577-E6B7-4F92-BC37-EF3E4EBBA4C4}" type="pres">
      <dgm:prSet presAssocID="{39D8AF70-60F9-4BE1-B4F5-6CC2989CD0A2}" presName="connectorText" presStyleLbl="sibTrans1D1" presStyleIdx="2" presStyleCnt="6"/>
      <dgm:spPr/>
    </dgm:pt>
    <dgm:pt modelId="{F070E519-7D12-4ABD-906A-4D66F328BE94}" type="pres">
      <dgm:prSet presAssocID="{2B8B594C-4F3F-4838-B130-1D0CDB36D4B3}" presName="node" presStyleLbl="node1" presStyleIdx="3" presStyleCnt="7">
        <dgm:presLayoutVars>
          <dgm:bulletEnabled val="1"/>
        </dgm:presLayoutVars>
      </dgm:prSet>
      <dgm:spPr/>
    </dgm:pt>
    <dgm:pt modelId="{DBF0CAF9-AEA5-4B6B-92EA-102F361975A8}" type="pres">
      <dgm:prSet presAssocID="{9D2A5198-8CF4-4820-A85D-06D84A547F59}" presName="sibTrans" presStyleLbl="sibTrans1D1" presStyleIdx="3" presStyleCnt="6"/>
      <dgm:spPr/>
    </dgm:pt>
    <dgm:pt modelId="{D54DF9A2-A58E-4242-AD2F-05B973D601AB}" type="pres">
      <dgm:prSet presAssocID="{9D2A5198-8CF4-4820-A85D-06D84A547F59}" presName="connectorText" presStyleLbl="sibTrans1D1" presStyleIdx="3" presStyleCnt="6"/>
      <dgm:spPr/>
    </dgm:pt>
    <dgm:pt modelId="{F5DC4161-298B-4A7A-A3B6-08B32BBCF455}" type="pres">
      <dgm:prSet presAssocID="{43126949-481B-4A36-8B34-8DFA28DBF59C}" presName="node" presStyleLbl="node1" presStyleIdx="4" presStyleCnt="7">
        <dgm:presLayoutVars>
          <dgm:bulletEnabled val="1"/>
        </dgm:presLayoutVars>
      </dgm:prSet>
      <dgm:spPr/>
    </dgm:pt>
    <dgm:pt modelId="{D60905E1-0709-4259-BDE4-242D187CADCB}" type="pres">
      <dgm:prSet presAssocID="{E18A7358-3E07-4EB1-BCF2-89D1ADB48230}" presName="sibTrans" presStyleLbl="sibTrans1D1" presStyleIdx="4" presStyleCnt="6"/>
      <dgm:spPr/>
    </dgm:pt>
    <dgm:pt modelId="{EB87ED17-FBC6-43C8-9373-8E8CBF89FB6A}" type="pres">
      <dgm:prSet presAssocID="{E18A7358-3E07-4EB1-BCF2-89D1ADB48230}" presName="connectorText" presStyleLbl="sibTrans1D1" presStyleIdx="4" presStyleCnt="6"/>
      <dgm:spPr/>
    </dgm:pt>
    <dgm:pt modelId="{3783C246-63E1-4D51-B09C-DC55A9C640F5}" type="pres">
      <dgm:prSet presAssocID="{0687DFFA-D8E0-400D-8A21-F8178E641898}" presName="node" presStyleLbl="node1" presStyleIdx="5" presStyleCnt="7">
        <dgm:presLayoutVars>
          <dgm:bulletEnabled val="1"/>
        </dgm:presLayoutVars>
      </dgm:prSet>
      <dgm:spPr/>
    </dgm:pt>
    <dgm:pt modelId="{F6F790D1-7AB7-4EEC-A741-94A73AB03907}" type="pres">
      <dgm:prSet presAssocID="{5ADAF6A5-A237-4288-B893-F81B66BC55B7}" presName="sibTrans" presStyleLbl="sibTrans1D1" presStyleIdx="5" presStyleCnt="6"/>
      <dgm:spPr/>
    </dgm:pt>
    <dgm:pt modelId="{521E7BE8-5E3A-46FF-82FA-E0DFF2E4D495}" type="pres">
      <dgm:prSet presAssocID="{5ADAF6A5-A237-4288-B893-F81B66BC55B7}" presName="connectorText" presStyleLbl="sibTrans1D1" presStyleIdx="5" presStyleCnt="6"/>
      <dgm:spPr/>
    </dgm:pt>
    <dgm:pt modelId="{ACA027B4-4928-4D11-BCA8-A11E5A6EDC92}" type="pres">
      <dgm:prSet presAssocID="{B43E2939-E9F9-4929-AA91-FB4E4B51CE7E}" presName="node" presStyleLbl="node1" presStyleIdx="6" presStyleCnt="7">
        <dgm:presLayoutVars>
          <dgm:bulletEnabled val="1"/>
        </dgm:presLayoutVars>
      </dgm:prSet>
      <dgm:spPr/>
    </dgm:pt>
  </dgm:ptLst>
  <dgm:cxnLst>
    <dgm:cxn modelId="{098E4503-B8C6-44F7-8C46-7A2A5D68143C}" type="presOf" srcId="{9D2A5198-8CF4-4820-A85D-06D84A547F59}" destId="{DBF0CAF9-AEA5-4B6B-92EA-102F361975A8}" srcOrd="0" destOrd="0" presId="urn:microsoft.com/office/officeart/2016/7/layout/RepeatingBendingProcessNew"/>
    <dgm:cxn modelId="{FDA36F06-2CAD-4BD8-9E7B-0D5CB2849CE4}" srcId="{32D20D2B-DE21-45AE-BEFB-1DC4360248AB}" destId="{43126949-481B-4A36-8B34-8DFA28DBF59C}" srcOrd="4" destOrd="0" parTransId="{E4D38E65-0CB7-4DBC-9BA0-B524BA9BD114}" sibTransId="{E18A7358-3E07-4EB1-BCF2-89D1ADB48230}"/>
    <dgm:cxn modelId="{46BDC407-91D3-42A6-968A-D137F051D0AF}" srcId="{32D20D2B-DE21-45AE-BEFB-1DC4360248AB}" destId="{2B8B594C-4F3F-4838-B130-1D0CDB36D4B3}" srcOrd="3" destOrd="0" parTransId="{FFCF5436-09B4-4A40-8344-8B444A619DB6}" sibTransId="{9D2A5198-8CF4-4820-A85D-06D84A547F59}"/>
    <dgm:cxn modelId="{9601B40E-FE89-46E7-97FD-78893688796D}" type="presOf" srcId="{0687DFFA-D8E0-400D-8A21-F8178E641898}" destId="{3783C246-63E1-4D51-B09C-DC55A9C640F5}" srcOrd="0" destOrd="0" presId="urn:microsoft.com/office/officeart/2016/7/layout/RepeatingBendingProcessNew"/>
    <dgm:cxn modelId="{5E4E940F-3036-4479-AA8E-B3CB608B4A9D}" type="presOf" srcId="{E18A7358-3E07-4EB1-BCF2-89D1ADB48230}" destId="{EB87ED17-FBC6-43C8-9373-8E8CBF89FB6A}" srcOrd="1" destOrd="0" presId="urn:microsoft.com/office/officeart/2016/7/layout/RepeatingBendingProcessNew"/>
    <dgm:cxn modelId="{8F1CF715-E066-4F31-8599-EA9ED7AFC8CC}" type="presOf" srcId="{637F66C9-BAE2-48B5-A5A8-D0226059DFCE}" destId="{58452295-5065-4D77-BC9C-CB07ED2B3386}" srcOrd="0" destOrd="0" presId="urn:microsoft.com/office/officeart/2016/7/layout/RepeatingBendingProcessNew"/>
    <dgm:cxn modelId="{DE362E3C-C7C6-4D6B-8C1E-869108AC87B6}" type="presOf" srcId="{43126949-481B-4A36-8B34-8DFA28DBF59C}" destId="{F5DC4161-298B-4A7A-A3B6-08B32BBCF455}" srcOrd="0" destOrd="0" presId="urn:microsoft.com/office/officeart/2016/7/layout/RepeatingBendingProcessNew"/>
    <dgm:cxn modelId="{413D8D3E-B37B-4E45-BFE0-F4D8E1594FAF}" type="presOf" srcId="{39D8AF70-60F9-4BE1-B4F5-6CC2989CD0A2}" destId="{98FF9577-E6B7-4F92-BC37-EF3E4EBBA4C4}" srcOrd="1" destOrd="0" presId="urn:microsoft.com/office/officeart/2016/7/layout/RepeatingBendingProcessNew"/>
    <dgm:cxn modelId="{32235E4D-F9CD-41E6-8C7E-A4F61628E41D}" type="presOf" srcId="{B43E2939-E9F9-4929-AA91-FB4E4B51CE7E}" destId="{ACA027B4-4928-4D11-BCA8-A11E5A6EDC92}" srcOrd="0" destOrd="0" presId="urn:microsoft.com/office/officeart/2016/7/layout/RepeatingBendingProcessNew"/>
    <dgm:cxn modelId="{20F4B254-169E-432E-B238-80FF07E0A777}" type="presOf" srcId="{9EF0BB20-197A-40B8-A8DC-54C2E400AB0E}" destId="{31355DFF-A564-41D8-BFE1-80ED39ACB739}" srcOrd="0" destOrd="0" presId="urn:microsoft.com/office/officeart/2016/7/layout/RepeatingBendingProcessNew"/>
    <dgm:cxn modelId="{083EBB62-A54B-4740-8E61-58BADCCB793B}" type="presOf" srcId="{2960F52B-DB2F-4ACD-8A10-80D1DFD3B727}" destId="{483E4B2E-2C40-476F-90E1-02C4C62A86CB}" srcOrd="0" destOrd="0" presId="urn:microsoft.com/office/officeart/2016/7/layout/RepeatingBendingProcessNew"/>
    <dgm:cxn modelId="{CD2D1A67-C9E2-40D5-8D59-0619387BD8B6}" type="presOf" srcId="{328D1BB9-C7EB-4604-B144-3B8B451BD2D9}" destId="{5351525C-A180-49E2-A928-7692A6FE2E65}" srcOrd="0" destOrd="0" presId="urn:microsoft.com/office/officeart/2016/7/layout/RepeatingBendingProcessNew"/>
    <dgm:cxn modelId="{05856176-BFA8-4E03-880F-0F943C041035}" type="presOf" srcId="{637F66C9-BAE2-48B5-A5A8-D0226059DFCE}" destId="{5615A031-F1B5-4AE3-9690-D86AE45ED5B3}" srcOrd="1" destOrd="0" presId="urn:microsoft.com/office/officeart/2016/7/layout/RepeatingBendingProcessNew"/>
    <dgm:cxn modelId="{E8019F80-3F30-4201-8EAA-5151B6BC25B1}" srcId="{32D20D2B-DE21-45AE-BEFB-1DC4360248AB}" destId="{9EF0BB20-197A-40B8-A8DC-54C2E400AB0E}" srcOrd="2" destOrd="0" parTransId="{12224F90-1D05-4C1D-8065-E52DB9D940B8}" sibTransId="{39D8AF70-60F9-4BE1-B4F5-6CC2989CD0A2}"/>
    <dgm:cxn modelId="{45D2D580-4089-4017-8D58-1B2813CAC902}" type="presOf" srcId="{5ADAF6A5-A237-4288-B893-F81B66BC55B7}" destId="{F6F790D1-7AB7-4EEC-A741-94A73AB03907}" srcOrd="0" destOrd="0" presId="urn:microsoft.com/office/officeart/2016/7/layout/RepeatingBendingProcessNew"/>
    <dgm:cxn modelId="{2FF0ED90-BBEE-43A8-B98D-60A098463191}" type="presOf" srcId="{F8C524B4-78AC-44BA-893F-1071652C1854}" destId="{F9649F74-A255-4C82-9DD8-9A9657F8772F}" srcOrd="0" destOrd="0" presId="urn:microsoft.com/office/officeart/2016/7/layout/RepeatingBendingProcessNew"/>
    <dgm:cxn modelId="{2F546AA3-EAC4-43B0-B679-AE79FC7E867D}" type="presOf" srcId="{2B8B594C-4F3F-4838-B130-1D0CDB36D4B3}" destId="{F070E519-7D12-4ABD-906A-4D66F328BE94}" srcOrd="0" destOrd="0" presId="urn:microsoft.com/office/officeart/2016/7/layout/RepeatingBendingProcessNew"/>
    <dgm:cxn modelId="{F03E64B4-AC73-4F22-A1DE-904FA2544392}" type="presOf" srcId="{32D20D2B-DE21-45AE-BEFB-1DC4360248AB}" destId="{B310E6CE-B4A7-48C6-82A7-8B436A87B875}" srcOrd="0" destOrd="0" presId="urn:microsoft.com/office/officeart/2016/7/layout/RepeatingBendingProcessNew"/>
    <dgm:cxn modelId="{09038CBA-A135-4901-B4C2-A51ABF5DA33F}" srcId="{32D20D2B-DE21-45AE-BEFB-1DC4360248AB}" destId="{0687DFFA-D8E0-400D-8A21-F8178E641898}" srcOrd="5" destOrd="0" parTransId="{9EF66A0B-F120-4E8B-BBA1-C18B998C9F45}" sibTransId="{5ADAF6A5-A237-4288-B893-F81B66BC55B7}"/>
    <dgm:cxn modelId="{1E85FAC6-49F9-4C76-B297-55975A085F9B}" type="presOf" srcId="{F8C524B4-78AC-44BA-893F-1071652C1854}" destId="{71C083A5-1753-4D63-B870-F7AFA7AEB60A}" srcOrd="1" destOrd="0" presId="urn:microsoft.com/office/officeart/2016/7/layout/RepeatingBendingProcessNew"/>
    <dgm:cxn modelId="{0BBCDCCA-C418-4922-9EB5-AB7C6882A0C7}" srcId="{32D20D2B-DE21-45AE-BEFB-1DC4360248AB}" destId="{B43E2939-E9F9-4929-AA91-FB4E4B51CE7E}" srcOrd="6" destOrd="0" parTransId="{4F5EE43A-3EA8-469D-8597-14050F37877C}" sibTransId="{0FE6AF2F-EA51-4046-B9F9-A248F8F1E92E}"/>
    <dgm:cxn modelId="{396C16CD-898C-4E7D-AB75-122F8F32C68C}" type="presOf" srcId="{5ADAF6A5-A237-4288-B893-F81B66BC55B7}" destId="{521E7BE8-5E3A-46FF-82FA-E0DFF2E4D495}" srcOrd="1" destOrd="0" presId="urn:microsoft.com/office/officeart/2016/7/layout/RepeatingBendingProcessNew"/>
    <dgm:cxn modelId="{D5C37DD7-2C3C-47FF-BC90-6D4221E08955}" srcId="{32D20D2B-DE21-45AE-BEFB-1DC4360248AB}" destId="{2960F52B-DB2F-4ACD-8A10-80D1DFD3B727}" srcOrd="0" destOrd="0" parTransId="{2873379B-A7AA-4879-9E98-70190948A6A6}" sibTransId="{F8C524B4-78AC-44BA-893F-1071652C1854}"/>
    <dgm:cxn modelId="{5FDB51E0-E52A-4C2D-869F-758D7D904E5C}" type="presOf" srcId="{39D8AF70-60F9-4BE1-B4F5-6CC2989CD0A2}" destId="{AE243AAF-A111-4310-ABF9-C484560677BC}" srcOrd="0" destOrd="0" presId="urn:microsoft.com/office/officeart/2016/7/layout/RepeatingBendingProcessNew"/>
    <dgm:cxn modelId="{6752E2E4-B2AC-4AF8-B682-3A31796B9C21}" type="presOf" srcId="{E18A7358-3E07-4EB1-BCF2-89D1ADB48230}" destId="{D60905E1-0709-4259-BDE4-242D187CADCB}" srcOrd="0" destOrd="0" presId="urn:microsoft.com/office/officeart/2016/7/layout/RepeatingBendingProcessNew"/>
    <dgm:cxn modelId="{8431DBE7-7DB5-4EE8-B32E-538AE608FA3A}" type="presOf" srcId="{9D2A5198-8CF4-4820-A85D-06D84A547F59}" destId="{D54DF9A2-A58E-4242-AD2F-05B973D601AB}" srcOrd="1" destOrd="0" presId="urn:microsoft.com/office/officeart/2016/7/layout/RepeatingBendingProcessNew"/>
    <dgm:cxn modelId="{324132F4-E025-427C-BB9E-F4BC9743349E}" srcId="{32D20D2B-DE21-45AE-BEFB-1DC4360248AB}" destId="{328D1BB9-C7EB-4604-B144-3B8B451BD2D9}" srcOrd="1" destOrd="0" parTransId="{3D495D6C-A9ED-4042-9917-4B16187FD12C}" sibTransId="{637F66C9-BAE2-48B5-A5A8-D0226059DFCE}"/>
    <dgm:cxn modelId="{9B466A4F-CCD6-420D-965E-D55F9A079816}" type="presParOf" srcId="{B310E6CE-B4A7-48C6-82A7-8B436A87B875}" destId="{483E4B2E-2C40-476F-90E1-02C4C62A86CB}" srcOrd="0" destOrd="0" presId="urn:microsoft.com/office/officeart/2016/7/layout/RepeatingBendingProcessNew"/>
    <dgm:cxn modelId="{5D48E0E3-6A8B-44BF-92A4-5224290D4163}" type="presParOf" srcId="{B310E6CE-B4A7-48C6-82A7-8B436A87B875}" destId="{F9649F74-A255-4C82-9DD8-9A9657F8772F}" srcOrd="1" destOrd="0" presId="urn:microsoft.com/office/officeart/2016/7/layout/RepeatingBendingProcessNew"/>
    <dgm:cxn modelId="{F74C8491-2033-4B55-99DC-7FA95F218169}" type="presParOf" srcId="{F9649F74-A255-4C82-9DD8-9A9657F8772F}" destId="{71C083A5-1753-4D63-B870-F7AFA7AEB60A}" srcOrd="0" destOrd="0" presId="urn:microsoft.com/office/officeart/2016/7/layout/RepeatingBendingProcessNew"/>
    <dgm:cxn modelId="{6659DF1C-72F1-465D-9FAF-3C3E41EEB743}" type="presParOf" srcId="{B310E6CE-B4A7-48C6-82A7-8B436A87B875}" destId="{5351525C-A180-49E2-A928-7692A6FE2E65}" srcOrd="2" destOrd="0" presId="urn:microsoft.com/office/officeart/2016/7/layout/RepeatingBendingProcessNew"/>
    <dgm:cxn modelId="{00D2C7B8-EE0A-46F4-8ADF-3E0154621667}" type="presParOf" srcId="{B310E6CE-B4A7-48C6-82A7-8B436A87B875}" destId="{58452295-5065-4D77-BC9C-CB07ED2B3386}" srcOrd="3" destOrd="0" presId="urn:microsoft.com/office/officeart/2016/7/layout/RepeatingBendingProcessNew"/>
    <dgm:cxn modelId="{76E8AF51-6950-443D-9EF7-958DA6916BDF}" type="presParOf" srcId="{58452295-5065-4D77-BC9C-CB07ED2B3386}" destId="{5615A031-F1B5-4AE3-9690-D86AE45ED5B3}" srcOrd="0" destOrd="0" presId="urn:microsoft.com/office/officeart/2016/7/layout/RepeatingBendingProcessNew"/>
    <dgm:cxn modelId="{127267C8-23AC-4D93-B1EF-129AC87B6E98}" type="presParOf" srcId="{B310E6CE-B4A7-48C6-82A7-8B436A87B875}" destId="{31355DFF-A564-41D8-BFE1-80ED39ACB739}" srcOrd="4" destOrd="0" presId="urn:microsoft.com/office/officeart/2016/7/layout/RepeatingBendingProcessNew"/>
    <dgm:cxn modelId="{C09C449B-C61D-4B29-8E04-7EDC9961006C}" type="presParOf" srcId="{B310E6CE-B4A7-48C6-82A7-8B436A87B875}" destId="{AE243AAF-A111-4310-ABF9-C484560677BC}" srcOrd="5" destOrd="0" presId="urn:microsoft.com/office/officeart/2016/7/layout/RepeatingBendingProcessNew"/>
    <dgm:cxn modelId="{50E33492-F1B2-43E0-A655-6D7C721DC267}" type="presParOf" srcId="{AE243AAF-A111-4310-ABF9-C484560677BC}" destId="{98FF9577-E6B7-4F92-BC37-EF3E4EBBA4C4}" srcOrd="0" destOrd="0" presId="urn:microsoft.com/office/officeart/2016/7/layout/RepeatingBendingProcessNew"/>
    <dgm:cxn modelId="{89F87E21-003F-4A95-AD07-124C4D2D1B1C}" type="presParOf" srcId="{B310E6CE-B4A7-48C6-82A7-8B436A87B875}" destId="{F070E519-7D12-4ABD-906A-4D66F328BE94}" srcOrd="6" destOrd="0" presId="urn:microsoft.com/office/officeart/2016/7/layout/RepeatingBendingProcessNew"/>
    <dgm:cxn modelId="{1408EEBB-2660-4A91-BF4B-1AA2567825AE}" type="presParOf" srcId="{B310E6CE-B4A7-48C6-82A7-8B436A87B875}" destId="{DBF0CAF9-AEA5-4B6B-92EA-102F361975A8}" srcOrd="7" destOrd="0" presId="urn:microsoft.com/office/officeart/2016/7/layout/RepeatingBendingProcessNew"/>
    <dgm:cxn modelId="{9C44AFA0-A50D-4DA2-8777-54E9056D54A2}" type="presParOf" srcId="{DBF0CAF9-AEA5-4B6B-92EA-102F361975A8}" destId="{D54DF9A2-A58E-4242-AD2F-05B973D601AB}" srcOrd="0" destOrd="0" presId="urn:microsoft.com/office/officeart/2016/7/layout/RepeatingBendingProcessNew"/>
    <dgm:cxn modelId="{416D328B-0317-4B73-A3C5-962B777F233F}" type="presParOf" srcId="{B310E6CE-B4A7-48C6-82A7-8B436A87B875}" destId="{F5DC4161-298B-4A7A-A3B6-08B32BBCF455}" srcOrd="8" destOrd="0" presId="urn:microsoft.com/office/officeart/2016/7/layout/RepeatingBendingProcessNew"/>
    <dgm:cxn modelId="{4253DB01-4348-4742-8333-704412BCB798}" type="presParOf" srcId="{B310E6CE-B4A7-48C6-82A7-8B436A87B875}" destId="{D60905E1-0709-4259-BDE4-242D187CADCB}" srcOrd="9" destOrd="0" presId="urn:microsoft.com/office/officeart/2016/7/layout/RepeatingBendingProcessNew"/>
    <dgm:cxn modelId="{4E230EB4-D158-48C7-85D9-8CEDA9B14581}" type="presParOf" srcId="{D60905E1-0709-4259-BDE4-242D187CADCB}" destId="{EB87ED17-FBC6-43C8-9373-8E8CBF89FB6A}" srcOrd="0" destOrd="0" presId="urn:microsoft.com/office/officeart/2016/7/layout/RepeatingBendingProcessNew"/>
    <dgm:cxn modelId="{2D83FCD6-CD3F-4374-BE00-35AC765EB31D}" type="presParOf" srcId="{B310E6CE-B4A7-48C6-82A7-8B436A87B875}" destId="{3783C246-63E1-4D51-B09C-DC55A9C640F5}" srcOrd="10" destOrd="0" presId="urn:microsoft.com/office/officeart/2016/7/layout/RepeatingBendingProcessNew"/>
    <dgm:cxn modelId="{9EEE7179-5A3F-4DA0-9E5D-C9CF078224F5}" type="presParOf" srcId="{B310E6CE-B4A7-48C6-82A7-8B436A87B875}" destId="{F6F790D1-7AB7-4EEC-A741-94A73AB03907}" srcOrd="11" destOrd="0" presId="urn:microsoft.com/office/officeart/2016/7/layout/RepeatingBendingProcessNew"/>
    <dgm:cxn modelId="{F2BC1BE5-5A1B-47FD-A59A-11C8AC8898C9}" type="presParOf" srcId="{F6F790D1-7AB7-4EEC-A741-94A73AB03907}" destId="{521E7BE8-5E3A-46FF-82FA-E0DFF2E4D495}" srcOrd="0" destOrd="0" presId="urn:microsoft.com/office/officeart/2016/7/layout/RepeatingBendingProcessNew"/>
    <dgm:cxn modelId="{B1F55BE0-38B9-499A-B3DF-C8D46155F496}" type="presParOf" srcId="{B310E6CE-B4A7-48C6-82A7-8B436A87B875}" destId="{ACA027B4-4928-4D11-BCA8-A11E5A6EDC92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993208F-8645-4D9B-A6A2-92EDCE4C6E7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6_5" csCatId="accent6"/>
      <dgm:spPr/>
      <dgm:t>
        <a:bodyPr/>
        <a:lstStyle/>
        <a:p>
          <a:endParaRPr lang="en-US"/>
        </a:p>
      </dgm:t>
    </dgm:pt>
    <dgm:pt modelId="{CEA906EF-01AF-4B76-880D-4BB401C2EACE}">
      <dgm:prSet/>
      <dgm:spPr/>
      <dgm:t>
        <a:bodyPr/>
        <a:lstStyle/>
        <a:p>
          <a:r>
            <a:rPr lang="en-US" dirty="0"/>
            <a:t>Focus: Regional-level performance and micro analysis.</a:t>
          </a:r>
        </a:p>
      </dgm:t>
    </dgm:pt>
    <dgm:pt modelId="{65E0DC98-144B-4F52-A3AD-22E07505249C}" type="parTrans" cxnId="{62C882A2-14A6-4BD4-B9DC-6DC158E150F4}">
      <dgm:prSet/>
      <dgm:spPr/>
      <dgm:t>
        <a:bodyPr/>
        <a:lstStyle/>
        <a:p>
          <a:endParaRPr lang="en-US"/>
        </a:p>
      </dgm:t>
    </dgm:pt>
    <dgm:pt modelId="{79C39A7B-5202-432B-A3AB-81BDBB1DB122}" type="sibTrans" cxnId="{62C882A2-14A6-4BD4-B9DC-6DC158E150F4}">
      <dgm:prSet/>
      <dgm:spPr/>
      <dgm:t>
        <a:bodyPr/>
        <a:lstStyle/>
        <a:p>
          <a:endParaRPr lang="en-US"/>
        </a:p>
      </dgm:t>
    </dgm:pt>
    <dgm:pt modelId="{76C81604-88E0-4574-92E7-1FA5C07AAB3E}">
      <dgm:prSet/>
      <dgm:spPr/>
      <dgm:t>
        <a:bodyPr/>
        <a:lstStyle/>
        <a:p>
          <a:r>
            <a:rPr lang="en-US"/>
            <a:t>Highlights:</a:t>
          </a:r>
        </a:p>
      </dgm:t>
    </dgm:pt>
    <dgm:pt modelId="{422915A4-ED42-484F-B47D-072510DB3242}" type="parTrans" cxnId="{ABF2BD4D-0A32-493E-A3D5-F81B2E0CE1A0}">
      <dgm:prSet/>
      <dgm:spPr/>
      <dgm:t>
        <a:bodyPr/>
        <a:lstStyle/>
        <a:p>
          <a:endParaRPr lang="en-US"/>
        </a:p>
      </dgm:t>
    </dgm:pt>
    <dgm:pt modelId="{DDCC5375-17EE-4E3F-9B0B-A6441EA1CB9B}" type="sibTrans" cxnId="{ABF2BD4D-0A32-493E-A3D5-F81B2E0CE1A0}">
      <dgm:prSet/>
      <dgm:spPr/>
      <dgm:t>
        <a:bodyPr/>
        <a:lstStyle/>
        <a:p>
          <a:endParaRPr lang="en-US"/>
        </a:p>
      </dgm:t>
    </dgm:pt>
    <dgm:pt modelId="{A4A038E3-0D67-463C-85DD-A690777F2522}">
      <dgm:prSet/>
      <dgm:spPr/>
      <dgm:t>
        <a:bodyPr/>
        <a:lstStyle/>
        <a:p>
          <a:r>
            <a:rPr lang="en-US"/>
            <a:t>- KPIs: State turnout, seats won, leading parties</a:t>
          </a:r>
        </a:p>
      </dgm:t>
    </dgm:pt>
    <dgm:pt modelId="{E87E42D8-64C7-4826-BF39-047283893E85}" type="parTrans" cxnId="{402BD799-64F2-4A78-AF00-E287F05F8EA6}">
      <dgm:prSet/>
      <dgm:spPr/>
      <dgm:t>
        <a:bodyPr/>
        <a:lstStyle/>
        <a:p>
          <a:endParaRPr lang="en-US"/>
        </a:p>
      </dgm:t>
    </dgm:pt>
    <dgm:pt modelId="{4F109A29-AE8A-4DEA-BD5F-A669C17E89AA}" type="sibTrans" cxnId="{402BD799-64F2-4A78-AF00-E287F05F8EA6}">
      <dgm:prSet/>
      <dgm:spPr/>
      <dgm:t>
        <a:bodyPr/>
        <a:lstStyle/>
        <a:p>
          <a:endParaRPr lang="en-US"/>
        </a:p>
      </dgm:t>
    </dgm:pt>
    <dgm:pt modelId="{08173C4F-8D99-4F99-8FEE-A2DD4A4B0A82}">
      <dgm:prSet/>
      <dgm:spPr/>
      <dgm:t>
        <a:bodyPr/>
        <a:lstStyle/>
        <a:p>
          <a:r>
            <a:rPr lang="en-US"/>
            <a:t>- Bar Chart: Seat share by party within selected state</a:t>
          </a:r>
        </a:p>
      </dgm:t>
    </dgm:pt>
    <dgm:pt modelId="{E691C73B-5E7C-4933-9AE0-298C8EC757FE}" type="parTrans" cxnId="{33B91495-C4F5-44F8-AF85-F4E11698DB5D}">
      <dgm:prSet/>
      <dgm:spPr/>
      <dgm:t>
        <a:bodyPr/>
        <a:lstStyle/>
        <a:p>
          <a:endParaRPr lang="en-US"/>
        </a:p>
      </dgm:t>
    </dgm:pt>
    <dgm:pt modelId="{E08EB7E3-FE4C-4FE1-8D68-9634D70F501C}" type="sibTrans" cxnId="{33B91495-C4F5-44F8-AF85-F4E11698DB5D}">
      <dgm:prSet/>
      <dgm:spPr/>
      <dgm:t>
        <a:bodyPr/>
        <a:lstStyle/>
        <a:p>
          <a:endParaRPr lang="en-US"/>
        </a:p>
      </dgm:t>
    </dgm:pt>
    <dgm:pt modelId="{5251FE11-C0A4-4A25-950D-DD820C02265B}">
      <dgm:prSet/>
      <dgm:spPr/>
      <dgm:t>
        <a:bodyPr/>
        <a:lstStyle/>
        <a:p>
          <a:r>
            <a:rPr lang="en-US"/>
            <a:t>- Table: Candidate names, margins, and total votes</a:t>
          </a:r>
        </a:p>
      </dgm:t>
    </dgm:pt>
    <dgm:pt modelId="{D94CC907-BA84-4526-B27E-414FEDEB4A79}" type="parTrans" cxnId="{ED8B0E0C-99EE-4BDC-A1A9-DFB7DCCC61B6}">
      <dgm:prSet/>
      <dgm:spPr/>
      <dgm:t>
        <a:bodyPr/>
        <a:lstStyle/>
        <a:p>
          <a:endParaRPr lang="en-US"/>
        </a:p>
      </dgm:t>
    </dgm:pt>
    <dgm:pt modelId="{C97F6501-6657-4734-B8C4-2F49A4585962}" type="sibTrans" cxnId="{ED8B0E0C-99EE-4BDC-A1A9-DFB7DCCC61B6}">
      <dgm:prSet/>
      <dgm:spPr/>
      <dgm:t>
        <a:bodyPr/>
        <a:lstStyle/>
        <a:p>
          <a:endParaRPr lang="en-US"/>
        </a:p>
      </dgm:t>
    </dgm:pt>
    <dgm:pt modelId="{124C4E1A-DA02-44AD-A889-2B4C6BD26F42}">
      <dgm:prSet/>
      <dgm:spPr/>
      <dgm:t>
        <a:bodyPr/>
        <a:lstStyle/>
        <a:p>
          <a:r>
            <a:rPr lang="en-US"/>
            <a:t>Example: Uttar Pradesh — Observe BJP vs. SP seat share shifts.</a:t>
          </a:r>
        </a:p>
      </dgm:t>
    </dgm:pt>
    <dgm:pt modelId="{E7352125-E3CE-429F-B010-3349A74A148C}" type="parTrans" cxnId="{FE5A83D4-2C56-43D0-B2E0-16AF72E1A638}">
      <dgm:prSet/>
      <dgm:spPr/>
      <dgm:t>
        <a:bodyPr/>
        <a:lstStyle/>
        <a:p>
          <a:endParaRPr lang="en-US"/>
        </a:p>
      </dgm:t>
    </dgm:pt>
    <dgm:pt modelId="{B8442296-A2D8-4B3D-87BD-B693752BBA5B}" type="sibTrans" cxnId="{FE5A83D4-2C56-43D0-B2E0-16AF72E1A638}">
      <dgm:prSet/>
      <dgm:spPr/>
      <dgm:t>
        <a:bodyPr/>
        <a:lstStyle/>
        <a:p>
          <a:endParaRPr lang="en-US"/>
        </a:p>
      </dgm:t>
    </dgm:pt>
    <dgm:pt modelId="{5DFA4B6D-3A2A-457F-ABBC-3A39EAB9546C}" type="pres">
      <dgm:prSet presAssocID="{4993208F-8645-4D9B-A6A2-92EDCE4C6E7C}" presName="Name0" presStyleCnt="0">
        <dgm:presLayoutVars>
          <dgm:dir/>
          <dgm:resizeHandles val="exact"/>
        </dgm:presLayoutVars>
      </dgm:prSet>
      <dgm:spPr/>
    </dgm:pt>
    <dgm:pt modelId="{F6C05B0A-DBB4-43C0-A48D-732C39BED826}" type="pres">
      <dgm:prSet presAssocID="{CEA906EF-01AF-4B76-880D-4BB401C2EACE}" presName="node" presStyleLbl="node1" presStyleIdx="0" presStyleCnt="6">
        <dgm:presLayoutVars>
          <dgm:bulletEnabled val="1"/>
        </dgm:presLayoutVars>
      </dgm:prSet>
      <dgm:spPr/>
    </dgm:pt>
    <dgm:pt modelId="{2E2A2022-2D34-4F9D-9AA3-F8B8220550A5}" type="pres">
      <dgm:prSet presAssocID="{79C39A7B-5202-432B-A3AB-81BDBB1DB122}" presName="sibTrans" presStyleLbl="sibTrans1D1" presStyleIdx="0" presStyleCnt="5"/>
      <dgm:spPr/>
    </dgm:pt>
    <dgm:pt modelId="{A426F2D0-D7F1-4FDA-8060-C55B6F2DB477}" type="pres">
      <dgm:prSet presAssocID="{79C39A7B-5202-432B-A3AB-81BDBB1DB122}" presName="connectorText" presStyleLbl="sibTrans1D1" presStyleIdx="0" presStyleCnt="5"/>
      <dgm:spPr/>
    </dgm:pt>
    <dgm:pt modelId="{625FFD79-6685-4081-94CD-7018B2501E2C}" type="pres">
      <dgm:prSet presAssocID="{76C81604-88E0-4574-92E7-1FA5C07AAB3E}" presName="node" presStyleLbl="node1" presStyleIdx="1" presStyleCnt="6">
        <dgm:presLayoutVars>
          <dgm:bulletEnabled val="1"/>
        </dgm:presLayoutVars>
      </dgm:prSet>
      <dgm:spPr/>
    </dgm:pt>
    <dgm:pt modelId="{F00CAC2F-258C-4144-8013-54E6AD885BE3}" type="pres">
      <dgm:prSet presAssocID="{DDCC5375-17EE-4E3F-9B0B-A6441EA1CB9B}" presName="sibTrans" presStyleLbl="sibTrans1D1" presStyleIdx="1" presStyleCnt="5"/>
      <dgm:spPr/>
    </dgm:pt>
    <dgm:pt modelId="{C86A3A5D-A7DF-4AA5-9382-B3C652F11D0A}" type="pres">
      <dgm:prSet presAssocID="{DDCC5375-17EE-4E3F-9B0B-A6441EA1CB9B}" presName="connectorText" presStyleLbl="sibTrans1D1" presStyleIdx="1" presStyleCnt="5"/>
      <dgm:spPr/>
    </dgm:pt>
    <dgm:pt modelId="{733DAF69-AF10-476D-8DA4-49628014186F}" type="pres">
      <dgm:prSet presAssocID="{A4A038E3-0D67-463C-85DD-A690777F2522}" presName="node" presStyleLbl="node1" presStyleIdx="2" presStyleCnt="6">
        <dgm:presLayoutVars>
          <dgm:bulletEnabled val="1"/>
        </dgm:presLayoutVars>
      </dgm:prSet>
      <dgm:spPr/>
    </dgm:pt>
    <dgm:pt modelId="{1E6B4DBD-C024-448E-8FE5-C59F787FA14B}" type="pres">
      <dgm:prSet presAssocID="{4F109A29-AE8A-4DEA-BD5F-A669C17E89AA}" presName="sibTrans" presStyleLbl="sibTrans1D1" presStyleIdx="2" presStyleCnt="5"/>
      <dgm:spPr/>
    </dgm:pt>
    <dgm:pt modelId="{FCBFF022-26A5-4348-8DE3-506AD95C0BEC}" type="pres">
      <dgm:prSet presAssocID="{4F109A29-AE8A-4DEA-BD5F-A669C17E89AA}" presName="connectorText" presStyleLbl="sibTrans1D1" presStyleIdx="2" presStyleCnt="5"/>
      <dgm:spPr/>
    </dgm:pt>
    <dgm:pt modelId="{CBB1BE4F-2450-4046-A276-F88E2E3CA249}" type="pres">
      <dgm:prSet presAssocID="{08173C4F-8D99-4F99-8FEE-A2DD4A4B0A82}" presName="node" presStyleLbl="node1" presStyleIdx="3" presStyleCnt="6">
        <dgm:presLayoutVars>
          <dgm:bulletEnabled val="1"/>
        </dgm:presLayoutVars>
      </dgm:prSet>
      <dgm:spPr/>
    </dgm:pt>
    <dgm:pt modelId="{2EE4241B-21B8-42EE-ABAB-63F9F520B0C4}" type="pres">
      <dgm:prSet presAssocID="{E08EB7E3-FE4C-4FE1-8D68-9634D70F501C}" presName="sibTrans" presStyleLbl="sibTrans1D1" presStyleIdx="3" presStyleCnt="5"/>
      <dgm:spPr/>
    </dgm:pt>
    <dgm:pt modelId="{73E52F58-6D1B-4C1F-9E15-FA7F4466EC8A}" type="pres">
      <dgm:prSet presAssocID="{E08EB7E3-FE4C-4FE1-8D68-9634D70F501C}" presName="connectorText" presStyleLbl="sibTrans1D1" presStyleIdx="3" presStyleCnt="5"/>
      <dgm:spPr/>
    </dgm:pt>
    <dgm:pt modelId="{639B44A0-B5FE-4300-998C-A5489960BCC9}" type="pres">
      <dgm:prSet presAssocID="{5251FE11-C0A4-4A25-950D-DD820C02265B}" presName="node" presStyleLbl="node1" presStyleIdx="4" presStyleCnt="6">
        <dgm:presLayoutVars>
          <dgm:bulletEnabled val="1"/>
        </dgm:presLayoutVars>
      </dgm:prSet>
      <dgm:spPr/>
    </dgm:pt>
    <dgm:pt modelId="{20DB43FA-7464-4B67-AB9B-BF73D7F72700}" type="pres">
      <dgm:prSet presAssocID="{C97F6501-6657-4734-B8C4-2F49A4585962}" presName="sibTrans" presStyleLbl="sibTrans1D1" presStyleIdx="4" presStyleCnt="5"/>
      <dgm:spPr/>
    </dgm:pt>
    <dgm:pt modelId="{FE702BEC-9B39-46FE-B90B-0BCC1A97D973}" type="pres">
      <dgm:prSet presAssocID="{C97F6501-6657-4734-B8C4-2F49A4585962}" presName="connectorText" presStyleLbl="sibTrans1D1" presStyleIdx="4" presStyleCnt="5"/>
      <dgm:spPr/>
    </dgm:pt>
    <dgm:pt modelId="{6BBB8442-10B8-4646-8563-814C62DA22EA}" type="pres">
      <dgm:prSet presAssocID="{124C4E1A-DA02-44AD-A889-2B4C6BD26F42}" presName="node" presStyleLbl="node1" presStyleIdx="5" presStyleCnt="6">
        <dgm:presLayoutVars>
          <dgm:bulletEnabled val="1"/>
        </dgm:presLayoutVars>
      </dgm:prSet>
      <dgm:spPr/>
    </dgm:pt>
  </dgm:ptLst>
  <dgm:cxnLst>
    <dgm:cxn modelId="{8F0DA901-8325-4B0C-AE99-1416DC6E1894}" type="presOf" srcId="{4F109A29-AE8A-4DEA-BD5F-A669C17E89AA}" destId="{1E6B4DBD-C024-448E-8FE5-C59F787FA14B}" srcOrd="0" destOrd="0" presId="urn:microsoft.com/office/officeart/2016/7/layout/RepeatingBendingProcessNew"/>
    <dgm:cxn modelId="{C06C3203-ADBC-4EDC-BB65-5092362B4CFC}" type="presOf" srcId="{A4A038E3-0D67-463C-85DD-A690777F2522}" destId="{733DAF69-AF10-476D-8DA4-49628014186F}" srcOrd="0" destOrd="0" presId="urn:microsoft.com/office/officeart/2016/7/layout/RepeatingBendingProcessNew"/>
    <dgm:cxn modelId="{ED8B0E0C-99EE-4BDC-A1A9-DFB7DCCC61B6}" srcId="{4993208F-8645-4D9B-A6A2-92EDCE4C6E7C}" destId="{5251FE11-C0A4-4A25-950D-DD820C02265B}" srcOrd="4" destOrd="0" parTransId="{D94CC907-BA84-4526-B27E-414FEDEB4A79}" sibTransId="{C97F6501-6657-4734-B8C4-2F49A4585962}"/>
    <dgm:cxn modelId="{44F42F0E-9A16-4D7D-AE44-88157E5D7A83}" type="presOf" srcId="{76C81604-88E0-4574-92E7-1FA5C07AAB3E}" destId="{625FFD79-6685-4081-94CD-7018B2501E2C}" srcOrd="0" destOrd="0" presId="urn:microsoft.com/office/officeart/2016/7/layout/RepeatingBendingProcessNew"/>
    <dgm:cxn modelId="{6FBFF81D-ACAC-48C0-BE23-BE522455894B}" type="presOf" srcId="{E08EB7E3-FE4C-4FE1-8D68-9634D70F501C}" destId="{2EE4241B-21B8-42EE-ABAB-63F9F520B0C4}" srcOrd="0" destOrd="0" presId="urn:microsoft.com/office/officeart/2016/7/layout/RepeatingBendingProcessNew"/>
    <dgm:cxn modelId="{786A8E1E-AC09-4F7F-BCC4-1E89B162C405}" type="presOf" srcId="{C97F6501-6657-4734-B8C4-2F49A4585962}" destId="{FE702BEC-9B39-46FE-B90B-0BCC1A97D973}" srcOrd="1" destOrd="0" presId="urn:microsoft.com/office/officeart/2016/7/layout/RepeatingBendingProcessNew"/>
    <dgm:cxn modelId="{5C178C23-8CEB-4A5C-AADC-9A02D9168AAC}" type="presOf" srcId="{5251FE11-C0A4-4A25-950D-DD820C02265B}" destId="{639B44A0-B5FE-4300-998C-A5489960BCC9}" srcOrd="0" destOrd="0" presId="urn:microsoft.com/office/officeart/2016/7/layout/RepeatingBendingProcessNew"/>
    <dgm:cxn modelId="{ABF2BD4D-0A32-493E-A3D5-F81B2E0CE1A0}" srcId="{4993208F-8645-4D9B-A6A2-92EDCE4C6E7C}" destId="{76C81604-88E0-4574-92E7-1FA5C07AAB3E}" srcOrd="1" destOrd="0" parTransId="{422915A4-ED42-484F-B47D-072510DB3242}" sibTransId="{DDCC5375-17EE-4E3F-9B0B-A6441EA1CB9B}"/>
    <dgm:cxn modelId="{F302007B-B1E4-4062-8457-9DC5347F993F}" type="presOf" srcId="{DDCC5375-17EE-4E3F-9B0B-A6441EA1CB9B}" destId="{C86A3A5D-A7DF-4AA5-9382-B3C652F11D0A}" srcOrd="1" destOrd="0" presId="urn:microsoft.com/office/officeart/2016/7/layout/RepeatingBendingProcessNew"/>
    <dgm:cxn modelId="{556C1F84-78CC-4F08-B3DB-5D5603179927}" type="presOf" srcId="{CEA906EF-01AF-4B76-880D-4BB401C2EACE}" destId="{F6C05B0A-DBB4-43C0-A48D-732C39BED826}" srcOrd="0" destOrd="0" presId="urn:microsoft.com/office/officeart/2016/7/layout/RepeatingBendingProcessNew"/>
    <dgm:cxn modelId="{33B91495-C4F5-44F8-AF85-F4E11698DB5D}" srcId="{4993208F-8645-4D9B-A6A2-92EDCE4C6E7C}" destId="{08173C4F-8D99-4F99-8FEE-A2DD4A4B0A82}" srcOrd="3" destOrd="0" parTransId="{E691C73B-5E7C-4933-9AE0-298C8EC757FE}" sibTransId="{E08EB7E3-FE4C-4FE1-8D68-9634D70F501C}"/>
    <dgm:cxn modelId="{24465097-E165-4E7A-8C47-FFF4817B40A4}" type="presOf" srcId="{08173C4F-8D99-4F99-8FEE-A2DD4A4B0A82}" destId="{CBB1BE4F-2450-4046-A276-F88E2E3CA249}" srcOrd="0" destOrd="0" presId="urn:microsoft.com/office/officeart/2016/7/layout/RepeatingBendingProcessNew"/>
    <dgm:cxn modelId="{6CAAAB97-80E0-4E45-BA78-DC39F57F090E}" type="presOf" srcId="{4993208F-8645-4D9B-A6A2-92EDCE4C6E7C}" destId="{5DFA4B6D-3A2A-457F-ABBC-3A39EAB9546C}" srcOrd="0" destOrd="0" presId="urn:microsoft.com/office/officeart/2016/7/layout/RepeatingBendingProcessNew"/>
    <dgm:cxn modelId="{402BD799-64F2-4A78-AF00-E287F05F8EA6}" srcId="{4993208F-8645-4D9B-A6A2-92EDCE4C6E7C}" destId="{A4A038E3-0D67-463C-85DD-A690777F2522}" srcOrd="2" destOrd="0" parTransId="{E87E42D8-64C7-4826-BF39-047283893E85}" sibTransId="{4F109A29-AE8A-4DEA-BD5F-A669C17E89AA}"/>
    <dgm:cxn modelId="{A72FC59B-03CE-4E67-ABAB-D1A14DEF371C}" type="presOf" srcId="{E08EB7E3-FE4C-4FE1-8D68-9634D70F501C}" destId="{73E52F58-6D1B-4C1F-9E15-FA7F4466EC8A}" srcOrd="1" destOrd="0" presId="urn:microsoft.com/office/officeart/2016/7/layout/RepeatingBendingProcessNew"/>
    <dgm:cxn modelId="{62C882A2-14A6-4BD4-B9DC-6DC158E150F4}" srcId="{4993208F-8645-4D9B-A6A2-92EDCE4C6E7C}" destId="{CEA906EF-01AF-4B76-880D-4BB401C2EACE}" srcOrd="0" destOrd="0" parTransId="{65E0DC98-144B-4F52-A3AD-22E07505249C}" sibTransId="{79C39A7B-5202-432B-A3AB-81BDBB1DB122}"/>
    <dgm:cxn modelId="{816B8CA7-7B5F-4235-9847-D202492AB740}" type="presOf" srcId="{79C39A7B-5202-432B-A3AB-81BDBB1DB122}" destId="{2E2A2022-2D34-4F9D-9AA3-F8B8220550A5}" srcOrd="0" destOrd="0" presId="urn:microsoft.com/office/officeart/2016/7/layout/RepeatingBendingProcessNew"/>
    <dgm:cxn modelId="{A3EFFBB7-ACE6-46BA-9450-8065EDDE5E26}" type="presOf" srcId="{4F109A29-AE8A-4DEA-BD5F-A669C17E89AA}" destId="{FCBFF022-26A5-4348-8DE3-506AD95C0BEC}" srcOrd="1" destOrd="0" presId="urn:microsoft.com/office/officeart/2016/7/layout/RepeatingBendingProcessNew"/>
    <dgm:cxn modelId="{5BF908BC-129A-4791-9174-F9D212A949F0}" type="presOf" srcId="{DDCC5375-17EE-4E3F-9B0B-A6441EA1CB9B}" destId="{F00CAC2F-258C-4144-8013-54E6AD885BE3}" srcOrd="0" destOrd="0" presId="urn:microsoft.com/office/officeart/2016/7/layout/RepeatingBendingProcessNew"/>
    <dgm:cxn modelId="{E29296C5-EFF4-4FB1-B450-500D67A0F28E}" type="presOf" srcId="{124C4E1A-DA02-44AD-A889-2B4C6BD26F42}" destId="{6BBB8442-10B8-4646-8563-814C62DA22EA}" srcOrd="0" destOrd="0" presId="urn:microsoft.com/office/officeart/2016/7/layout/RepeatingBendingProcessNew"/>
    <dgm:cxn modelId="{75F969C7-5EDE-4783-9E08-3843DFB8C825}" type="presOf" srcId="{C97F6501-6657-4734-B8C4-2F49A4585962}" destId="{20DB43FA-7464-4B67-AB9B-BF73D7F72700}" srcOrd="0" destOrd="0" presId="urn:microsoft.com/office/officeart/2016/7/layout/RepeatingBendingProcessNew"/>
    <dgm:cxn modelId="{FE5A83D4-2C56-43D0-B2E0-16AF72E1A638}" srcId="{4993208F-8645-4D9B-A6A2-92EDCE4C6E7C}" destId="{124C4E1A-DA02-44AD-A889-2B4C6BD26F42}" srcOrd="5" destOrd="0" parTransId="{E7352125-E3CE-429F-B010-3349A74A148C}" sibTransId="{B8442296-A2D8-4B3D-87BD-B693752BBA5B}"/>
    <dgm:cxn modelId="{705EBBDD-8487-4A23-9BEC-030078C3003A}" type="presOf" srcId="{79C39A7B-5202-432B-A3AB-81BDBB1DB122}" destId="{A426F2D0-D7F1-4FDA-8060-C55B6F2DB477}" srcOrd="1" destOrd="0" presId="urn:microsoft.com/office/officeart/2016/7/layout/RepeatingBendingProcessNew"/>
    <dgm:cxn modelId="{6F9B8814-9630-42CF-BDA6-3CF9BC44BF64}" type="presParOf" srcId="{5DFA4B6D-3A2A-457F-ABBC-3A39EAB9546C}" destId="{F6C05B0A-DBB4-43C0-A48D-732C39BED826}" srcOrd="0" destOrd="0" presId="urn:microsoft.com/office/officeart/2016/7/layout/RepeatingBendingProcessNew"/>
    <dgm:cxn modelId="{80A5B77A-B5A0-4EA0-B4B7-E0EDA79CCAD3}" type="presParOf" srcId="{5DFA4B6D-3A2A-457F-ABBC-3A39EAB9546C}" destId="{2E2A2022-2D34-4F9D-9AA3-F8B8220550A5}" srcOrd="1" destOrd="0" presId="urn:microsoft.com/office/officeart/2016/7/layout/RepeatingBendingProcessNew"/>
    <dgm:cxn modelId="{45973570-01FD-4E73-85D9-E4B0E119102F}" type="presParOf" srcId="{2E2A2022-2D34-4F9D-9AA3-F8B8220550A5}" destId="{A426F2D0-D7F1-4FDA-8060-C55B6F2DB477}" srcOrd="0" destOrd="0" presId="urn:microsoft.com/office/officeart/2016/7/layout/RepeatingBendingProcessNew"/>
    <dgm:cxn modelId="{FB403BF2-A4B1-41EC-9AD1-D9F58843BAD3}" type="presParOf" srcId="{5DFA4B6D-3A2A-457F-ABBC-3A39EAB9546C}" destId="{625FFD79-6685-4081-94CD-7018B2501E2C}" srcOrd="2" destOrd="0" presId="urn:microsoft.com/office/officeart/2016/7/layout/RepeatingBendingProcessNew"/>
    <dgm:cxn modelId="{9D49395E-AA53-4649-95C3-66BC0592F08D}" type="presParOf" srcId="{5DFA4B6D-3A2A-457F-ABBC-3A39EAB9546C}" destId="{F00CAC2F-258C-4144-8013-54E6AD885BE3}" srcOrd="3" destOrd="0" presId="urn:microsoft.com/office/officeart/2016/7/layout/RepeatingBendingProcessNew"/>
    <dgm:cxn modelId="{4DB67755-CF6D-4627-9D92-AA579E9E0887}" type="presParOf" srcId="{F00CAC2F-258C-4144-8013-54E6AD885BE3}" destId="{C86A3A5D-A7DF-4AA5-9382-B3C652F11D0A}" srcOrd="0" destOrd="0" presId="urn:microsoft.com/office/officeart/2016/7/layout/RepeatingBendingProcessNew"/>
    <dgm:cxn modelId="{92603622-29E7-4DE2-966F-1E7FDAA33EFD}" type="presParOf" srcId="{5DFA4B6D-3A2A-457F-ABBC-3A39EAB9546C}" destId="{733DAF69-AF10-476D-8DA4-49628014186F}" srcOrd="4" destOrd="0" presId="urn:microsoft.com/office/officeart/2016/7/layout/RepeatingBendingProcessNew"/>
    <dgm:cxn modelId="{86AD7FA5-A41A-4AB3-A548-EAA58F0B5C81}" type="presParOf" srcId="{5DFA4B6D-3A2A-457F-ABBC-3A39EAB9546C}" destId="{1E6B4DBD-C024-448E-8FE5-C59F787FA14B}" srcOrd="5" destOrd="0" presId="urn:microsoft.com/office/officeart/2016/7/layout/RepeatingBendingProcessNew"/>
    <dgm:cxn modelId="{3309FBD9-74DF-40D7-B68D-2D824AC02E0B}" type="presParOf" srcId="{1E6B4DBD-C024-448E-8FE5-C59F787FA14B}" destId="{FCBFF022-26A5-4348-8DE3-506AD95C0BEC}" srcOrd="0" destOrd="0" presId="urn:microsoft.com/office/officeart/2016/7/layout/RepeatingBendingProcessNew"/>
    <dgm:cxn modelId="{1DFD95EF-8C51-404F-B0D3-3C5BA3D826EA}" type="presParOf" srcId="{5DFA4B6D-3A2A-457F-ABBC-3A39EAB9546C}" destId="{CBB1BE4F-2450-4046-A276-F88E2E3CA249}" srcOrd="6" destOrd="0" presId="urn:microsoft.com/office/officeart/2016/7/layout/RepeatingBendingProcessNew"/>
    <dgm:cxn modelId="{1D19E80E-7052-4B3C-A698-BD60BD96CC46}" type="presParOf" srcId="{5DFA4B6D-3A2A-457F-ABBC-3A39EAB9546C}" destId="{2EE4241B-21B8-42EE-ABAB-63F9F520B0C4}" srcOrd="7" destOrd="0" presId="urn:microsoft.com/office/officeart/2016/7/layout/RepeatingBendingProcessNew"/>
    <dgm:cxn modelId="{94B1C849-9666-4C30-B27E-23E9E1BA72FF}" type="presParOf" srcId="{2EE4241B-21B8-42EE-ABAB-63F9F520B0C4}" destId="{73E52F58-6D1B-4C1F-9E15-FA7F4466EC8A}" srcOrd="0" destOrd="0" presId="urn:microsoft.com/office/officeart/2016/7/layout/RepeatingBendingProcessNew"/>
    <dgm:cxn modelId="{D24C08DD-C9F0-432A-8B79-B510BB90EBCF}" type="presParOf" srcId="{5DFA4B6D-3A2A-457F-ABBC-3A39EAB9546C}" destId="{639B44A0-B5FE-4300-998C-A5489960BCC9}" srcOrd="8" destOrd="0" presId="urn:microsoft.com/office/officeart/2016/7/layout/RepeatingBendingProcessNew"/>
    <dgm:cxn modelId="{8E3D0583-B151-492D-91E3-2EAE1C35FF51}" type="presParOf" srcId="{5DFA4B6D-3A2A-457F-ABBC-3A39EAB9546C}" destId="{20DB43FA-7464-4B67-AB9B-BF73D7F72700}" srcOrd="9" destOrd="0" presId="urn:microsoft.com/office/officeart/2016/7/layout/RepeatingBendingProcessNew"/>
    <dgm:cxn modelId="{84843701-A434-4197-8D34-4BCFAD4B7EBA}" type="presParOf" srcId="{20DB43FA-7464-4B67-AB9B-BF73D7F72700}" destId="{FE702BEC-9B39-46FE-B90B-0BCC1A97D973}" srcOrd="0" destOrd="0" presId="urn:microsoft.com/office/officeart/2016/7/layout/RepeatingBendingProcessNew"/>
    <dgm:cxn modelId="{237A72A0-F5E8-4C54-AA1A-1CC4801DDCD8}" type="presParOf" srcId="{5DFA4B6D-3A2A-457F-ABBC-3A39EAB9546C}" destId="{6BBB8442-10B8-4646-8563-814C62DA22E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F538A0-CB7B-44B6-941A-EAC38E9FDC8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6_5" csCatId="accent6"/>
      <dgm:spPr/>
      <dgm:t>
        <a:bodyPr/>
        <a:lstStyle/>
        <a:p>
          <a:endParaRPr lang="en-US"/>
        </a:p>
      </dgm:t>
    </dgm:pt>
    <dgm:pt modelId="{76FE521F-6B5F-4CD8-8DD5-C29371A810DB}">
      <dgm:prSet/>
      <dgm:spPr/>
      <dgm:t>
        <a:bodyPr/>
        <a:lstStyle/>
        <a:p>
          <a:r>
            <a:rPr lang="en-US"/>
            <a:t>Focus: Temporal and geographic analysis per party.</a:t>
          </a:r>
        </a:p>
      </dgm:t>
    </dgm:pt>
    <dgm:pt modelId="{1AA8AD31-3BAF-49FD-9888-7D4146F79481}" type="parTrans" cxnId="{09A11C07-556D-474D-993F-33CD0C14A1D3}">
      <dgm:prSet/>
      <dgm:spPr/>
      <dgm:t>
        <a:bodyPr/>
        <a:lstStyle/>
        <a:p>
          <a:endParaRPr lang="en-US"/>
        </a:p>
      </dgm:t>
    </dgm:pt>
    <dgm:pt modelId="{FD2A72F4-0117-4551-83CF-2B17B0DBC84B}" type="sibTrans" cxnId="{09A11C07-556D-474D-993F-33CD0C14A1D3}">
      <dgm:prSet/>
      <dgm:spPr/>
      <dgm:t>
        <a:bodyPr/>
        <a:lstStyle/>
        <a:p>
          <a:endParaRPr lang="en-US"/>
        </a:p>
      </dgm:t>
    </dgm:pt>
    <dgm:pt modelId="{B1330F68-CB16-4B81-AB63-FA921E7ADB75}">
      <dgm:prSet/>
      <dgm:spPr/>
      <dgm:t>
        <a:bodyPr/>
        <a:lstStyle/>
        <a:p>
          <a:r>
            <a:rPr lang="en-US"/>
            <a:t>Highlights:</a:t>
          </a:r>
        </a:p>
      </dgm:t>
    </dgm:pt>
    <dgm:pt modelId="{18600D8C-E674-47DE-9693-4A1585BCF3CC}" type="parTrans" cxnId="{9B13E1B2-00BF-4CF3-B4A1-DE14A6B8E470}">
      <dgm:prSet/>
      <dgm:spPr/>
      <dgm:t>
        <a:bodyPr/>
        <a:lstStyle/>
        <a:p>
          <a:endParaRPr lang="en-US"/>
        </a:p>
      </dgm:t>
    </dgm:pt>
    <dgm:pt modelId="{D67DF5CA-7F6C-4D96-BBCA-049F4CDDDFF1}" type="sibTrans" cxnId="{9B13E1B2-00BF-4CF3-B4A1-DE14A6B8E470}">
      <dgm:prSet/>
      <dgm:spPr/>
      <dgm:t>
        <a:bodyPr/>
        <a:lstStyle/>
        <a:p>
          <a:endParaRPr lang="en-US"/>
        </a:p>
      </dgm:t>
    </dgm:pt>
    <dgm:pt modelId="{68500875-D4E8-4C97-B60E-4220738A8BC9}">
      <dgm:prSet/>
      <dgm:spPr/>
      <dgm:t>
        <a:bodyPr/>
        <a:lstStyle/>
        <a:p>
          <a:r>
            <a:rPr lang="en-US" dirty="0"/>
            <a:t>- Column Chart: Seats won (2009–2024)</a:t>
          </a:r>
        </a:p>
      </dgm:t>
    </dgm:pt>
    <dgm:pt modelId="{E7391AF3-3A3B-404B-AB26-38A917732A6A}" type="parTrans" cxnId="{284E26AE-4936-4AD9-BE1A-68B200BA65EF}">
      <dgm:prSet/>
      <dgm:spPr/>
      <dgm:t>
        <a:bodyPr/>
        <a:lstStyle/>
        <a:p>
          <a:endParaRPr lang="en-US"/>
        </a:p>
      </dgm:t>
    </dgm:pt>
    <dgm:pt modelId="{34B3D66E-040F-4CD9-AD6A-F0FDCA37D88C}" type="sibTrans" cxnId="{284E26AE-4936-4AD9-BE1A-68B200BA65EF}">
      <dgm:prSet/>
      <dgm:spPr/>
      <dgm:t>
        <a:bodyPr/>
        <a:lstStyle/>
        <a:p>
          <a:endParaRPr lang="en-US"/>
        </a:p>
      </dgm:t>
    </dgm:pt>
    <dgm:pt modelId="{434C07B7-99A3-486F-988E-404706017063}">
      <dgm:prSet/>
      <dgm:spPr/>
      <dgm:t>
        <a:bodyPr/>
        <a:lstStyle/>
        <a:p>
          <a:r>
            <a:rPr lang="en-US"/>
            <a:t>- Line Chart: Vote Share % trend</a:t>
          </a:r>
        </a:p>
      </dgm:t>
    </dgm:pt>
    <dgm:pt modelId="{E6AB1507-D06D-4E58-900E-29F777A2EF31}" type="parTrans" cxnId="{094DFAC1-9E92-4DD3-9865-463810252266}">
      <dgm:prSet/>
      <dgm:spPr/>
      <dgm:t>
        <a:bodyPr/>
        <a:lstStyle/>
        <a:p>
          <a:endParaRPr lang="en-US"/>
        </a:p>
      </dgm:t>
    </dgm:pt>
    <dgm:pt modelId="{D1C35715-FFA2-4F65-A711-8D72A29E6CEA}" type="sibTrans" cxnId="{094DFAC1-9E92-4DD3-9865-463810252266}">
      <dgm:prSet/>
      <dgm:spPr/>
      <dgm:t>
        <a:bodyPr/>
        <a:lstStyle/>
        <a:p>
          <a:endParaRPr lang="en-US"/>
        </a:p>
      </dgm:t>
    </dgm:pt>
    <dgm:pt modelId="{018904CB-76E8-429C-B19C-4A7105057381}">
      <dgm:prSet/>
      <dgm:spPr/>
      <dgm:t>
        <a:bodyPr/>
        <a:lstStyle/>
        <a:p>
          <a:r>
            <a:rPr lang="en-US"/>
            <a:t>- Map: Regional distribution of wins</a:t>
          </a:r>
        </a:p>
      </dgm:t>
    </dgm:pt>
    <dgm:pt modelId="{3353E0EA-5216-4E9A-BD98-A79AE99AF483}" type="parTrans" cxnId="{A461062D-D2F5-4C48-94F1-C9B215279297}">
      <dgm:prSet/>
      <dgm:spPr/>
      <dgm:t>
        <a:bodyPr/>
        <a:lstStyle/>
        <a:p>
          <a:endParaRPr lang="en-US"/>
        </a:p>
      </dgm:t>
    </dgm:pt>
    <dgm:pt modelId="{65EA63A7-24ED-4E0B-830A-4BBED6F2A7AE}" type="sibTrans" cxnId="{A461062D-D2F5-4C48-94F1-C9B215279297}">
      <dgm:prSet/>
      <dgm:spPr/>
      <dgm:t>
        <a:bodyPr/>
        <a:lstStyle/>
        <a:p>
          <a:endParaRPr lang="en-US"/>
        </a:p>
      </dgm:t>
    </dgm:pt>
    <dgm:pt modelId="{C0B41B92-9992-4C46-93B7-E1C5A1714D14}">
      <dgm:prSet/>
      <dgm:spPr/>
      <dgm:t>
        <a:bodyPr/>
        <a:lstStyle/>
        <a:p>
          <a:r>
            <a:rPr lang="en-US"/>
            <a:t>Example: Compare BJP and INC performance trajectories.</a:t>
          </a:r>
        </a:p>
      </dgm:t>
    </dgm:pt>
    <dgm:pt modelId="{A66B59B5-7F34-4E25-BA7E-5407B89AD6DC}" type="parTrans" cxnId="{B0FB7E68-4546-4F06-8CB9-D8CCB24C69EB}">
      <dgm:prSet/>
      <dgm:spPr/>
      <dgm:t>
        <a:bodyPr/>
        <a:lstStyle/>
        <a:p>
          <a:endParaRPr lang="en-US"/>
        </a:p>
      </dgm:t>
    </dgm:pt>
    <dgm:pt modelId="{D6D6E75D-438B-4BCF-B02F-B22EFC307A83}" type="sibTrans" cxnId="{B0FB7E68-4546-4F06-8CB9-D8CCB24C69EB}">
      <dgm:prSet/>
      <dgm:spPr/>
      <dgm:t>
        <a:bodyPr/>
        <a:lstStyle/>
        <a:p>
          <a:endParaRPr lang="en-US"/>
        </a:p>
      </dgm:t>
    </dgm:pt>
    <dgm:pt modelId="{7BD2ABBF-A484-4207-B7E5-5A96B0E4BFDB}" type="pres">
      <dgm:prSet presAssocID="{26F538A0-CB7B-44B6-941A-EAC38E9FDC8D}" presName="Name0" presStyleCnt="0">
        <dgm:presLayoutVars>
          <dgm:dir/>
          <dgm:resizeHandles val="exact"/>
        </dgm:presLayoutVars>
      </dgm:prSet>
      <dgm:spPr/>
    </dgm:pt>
    <dgm:pt modelId="{5FC2B8EE-DF1B-43D9-8077-F104733FF116}" type="pres">
      <dgm:prSet presAssocID="{76FE521F-6B5F-4CD8-8DD5-C29371A810DB}" presName="node" presStyleLbl="node1" presStyleIdx="0" presStyleCnt="6">
        <dgm:presLayoutVars>
          <dgm:bulletEnabled val="1"/>
        </dgm:presLayoutVars>
      </dgm:prSet>
      <dgm:spPr/>
    </dgm:pt>
    <dgm:pt modelId="{9C921E80-325C-45A3-8930-9CC3CBDC1D1D}" type="pres">
      <dgm:prSet presAssocID="{FD2A72F4-0117-4551-83CF-2B17B0DBC84B}" presName="sibTrans" presStyleLbl="sibTrans1D1" presStyleIdx="0" presStyleCnt="5"/>
      <dgm:spPr/>
    </dgm:pt>
    <dgm:pt modelId="{A33D53DA-A797-43A3-AA04-6B0CDC8B7244}" type="pres">
      <dgm:prSet presAssocID="{FD2A72F4-0117-4551-83CF-2B17B0DBC84B}" presName="connectorText" presStyleLbl="sibTrans1D1" presStyleIdx="0" presStyleCnt="5"/>
      <dgm:spPr/>
    </dgm:pt>
    <dgm:pt modelId="{27271294-7240-422D-AC85-02A17A5906A6}" type="pres">
      <dgm:prSet presAssocID="{B1330F68-CB16-4B81-AB63-FA921E7ADB75}" presName="node" presStyleLbl="node1" presStyleIdx="1" presStyleCnt="6">
        <dgm:presLayoutVars>
          <dgm:bulletEnabled val="1"/>
        </dgm:presLayoutVars>
      </dgm:prSet>
      <dgm:spPr/>
    </dgm:pt>
    <dgm:pt modelId="{7856AAF7-2956-45A9-A985-405ADCE78A69}" type="pres">
      <dgm:prSet presAssocID="{D67DF5CA-7F6C-4D96-BBCA-049F4CDDDFF1}" presName="sibTrans" presStyleLbl="sibTrans1D1" presStyleIdx="1" presStyleCnt="5"/>
      <dgm:spPr/>
    </dgm:pt>
    <dgm:pt modelId="{71CA3A3D-346D-4C50-9246-D021BAE4CDFA}" type="pres">
      <dgm:prSet presAssocID="{D67DF5CA-7F6C-4D96-BBCA-049F4CDDDFF1}" presName="connectorText" presStyleLbl="sibTrans1D1" presStyleIdx="1" presStyleCnt="5"/>
      <dgm:spPr/>
    </dgm:pt>
    <dgm:pt modelId="{C3EDA9D9-62DA-4793-8051-6C0DB13C43D8}" type="pres">
      <dgm:prSet presAssocID="{68500875-D4E8-4C97-B60E-4220738A8BC9}" presName="node" presStyleLbl="node1" presStyleIdx="2" presStyleCnt="6">
        <dgm:presLayoutVars>
          <dgm:bulletEnabled val="1"/>
        </dgm:presLayoutVars>
      </dgm:prSet>
      <dgm:spPr/>
    </dgm:pt>
    <dgm:pt modelId="{F96DD42D-7081-4489-9FB4-85174615EBA9}" type="pres">
      <dgm:prSet presAssocID="{34B3D66E-040F-4CD9-AD6A-F0FDCA37D88C}" presName="sibTrans" presStyleLbl="sibTrans1D1" presStyleIdx="2" presStyleCnt="5"/>
      <dgm:spPr/>
    </dgm:pt>
    <dgm:pt modelId="{83D95395-760A-4DD1-8DCE-E404977C5B3C}" type="pres">
      <dgm:prSet presAssocID="{34B3D66E-040F-4CD9-AD6A-F0FDCA37D88C}" presName="connectorText" presStyleLbl="sibTrans1D1" presStyleIdx="2" presStyleCnt="5"/>
      <dgm:spPr/>
    </dgm:pt>
    <dgm:pt modelId="{59797C22-2EB4-4636-96B0-FDD3B0AB68C8}" type="pres">
      <dgm:prSet presAssocID="{434C07B7-99A3-486F-988E-404706017063}" presName="node" presStyleLbl="node1" presStyleIdx="3" presStyleCnt="6">
        <dgm:presLayoutVars>
          <dgm:bulletEnabled val="1"/>
        </dgm:presLayoutVars>
      </dgm:prSet>
      <dgm:spPr/>
    </dgm:pt>
    <dgm:pt modelId="{2962CAA3-F7C8-438B-99B3-8AFAB2BD6B72}" type="pres">
      <dgm:prSet presAssocID="{D1C35715-FFA2-4F65-A711-8D72A29E6CEA}" presName="sibTrans" presStyleLbl="sibTrans1D1" presStyleIdx="3" presStyleCnt="5"/>
      <dgm:spPr/>
    </dgm:pt>
    <dgm:pt modelId="{5927EB7A-D0ED-4B41-86CB-FA6E51672BC1}" type="pres">
      <dgm:prSet presAssocID="{D1C35715-FFA2-4F65-A711-8D72A29E6CEA}" presName="connectorText" presStyleLbl="sibTrans1D1" presStyleIdx="3" presStyleCnt="5"/>
      <dgm:spPr/>
    </dgm:pt>
    <dgm:pt modelId="{B39AA249-77D9-452E-8E1B-30BFF496DF4A}" type="pres">
      <dgm:prSet presAssocID="{018904CB-76E8-429C-B19C-4A7105057381}" presName="node" presStyleLbl="node1" presStyleIdx="4" presStyleCnt="6">
        <dgm:presLayoutVars>
          <dgm:bulletEnabled val="1"/>
        </dgm:presLayoutVars>
      </dgm:prSet>
      <dgm:spPr/>
    </dgm:pt>
    <dgm:pt modelId="{A13B5B6A-3E8C-409F-AA04-A3216DA57169}" type="pres">
      <dgm:prSet presAssocID="{65EA63A7-24ED-4E0B-830A-4BBED6F2A7AE}" presName="sibTrans" presStyleLbl="sibTrans1D1" presStyleIdx="4" presStyleCnt="5"/>
      <dgm:spPr/>
    </dgm:pt>
    <dgm:pt modelId="{A322CDEA-3CBA-4314-9475-CE2554A1F376}" type="pres">
      <dgm:prSet presAssocID="{65EA63A7-24ED-4E0B-830A-4BBED6F2A7AE}" presName="connectorText" presStyleLbl="sibTrans1D1" presStyleIdx="4" presStyleCnt="5"/>
      <dgm:spPr/>
    </dgm:pt>
    <dgm:pt modelId="{797B3475-428B-4F41-B272-F9EF8760B092}" type="pres">
      <dgm:prSet presAssocID="{C0B41B92-9992-4C46-93B7-E1C5A1714D14}" presName="node" presStyleLbl="node1" presStyleIdx="5" presStyleCnt="6">
        <dgm:presLayoutVars>
          <dgm:bulletEnabled val="1"/>
        </dgm:presLayoutVars>
      </dgm:prSet>
      <dgm:spPr/>
    </dgm:pt>
  </dgm:ptLst>
  <dgm:cxnLst>
    <dgm:cxn modelId="{E4CA4B05-AFAB-4B08-8DEA-3024D202030A}" type="presOf" srcId="{D1C35715-FFA2-4F65-A711-8D72A29E6CEA}" destId="{2962CAA3-F7C8-438B-99B3-8AFAB2BD6B72}" srcOrd="0" destOrd="0" presId="urn:microsoft.com/office/officeart/2016/7/layout/RepeatingBendingProcessNew"/>
    <dgm:cxn modelId="{09A11C07-556D-474D-993F-33CD0C14A1D3}" srcId="{26F538A0-CB7B-44B6-941A-EAC38E9FDC8D}" destId="{76FE521F-6B5F-4CD8-8DD5-C29371A810DB}" srcOrd="0" destOrd="0" parTransId="{1AA8AD31-3BAF-49FD-9888-7D4146F79481}" sibTransId="{FD2A72F4-0117-4551-83CF-2B17B0DBC84B}"/>
    <dgm:cxn modelId="{FA87C708-B96E-4AFE-B5BC-5A9DB8992B5D}" type="presOf" srcId="{34B3D66E-040F-4CD9-AD6A-F0FDCA37D88C}" destId="{F96DD42D-7081-4489-9FB4-85174615EBA9}" srcOrd="0" destOrd="0" presId="urn:microsoft.com/office/officeart/2016/7/layout/RepeatingBendingProcessNew"/>
    <dgm:cxn modelId="{141FE224-37AE-4589-8505-4F3F79B1DCFC}" type="presOf" srcId="{018904CB-76E8-429C-B19C-4A7105057381}" destId="{B39AA249-77D9-452E-8E1B-30BFF496DF4A}" srcOrd="0" destOrd="0" presId="urn:microsoft.com/office/officeart/2016/7/layout/RepeatingBendingProcessNew"/>
    <dgm:cxn modelId="{3880FF27-8DE8-41CA-88CD-B8E7B02DD7AF}" type="presOf" srcId="{D1C35715-FFA2-4F65-A711-8D72A29E6CEA}" destId="{5927EB7A-D0ED-4B41-86CB-FA6E51672BC1}" srcOrd="1" destOrd="0" presId="urn:microsoft.com/office/officeart/2016/7/layout/RepeatingBendingProcessNew"/>
    <dgm:cxn modelId="{E87DF12B-16C3-48BF-8956-4409F160BFD6}" type="presOf" srcId="{B1330F68-CB16-4B81-AB63-FA921E7ADB75}" destId="{27271294-7240-422D-AC85-02A17A5906A6}" srcOrd="0" destOrd="0" presId="urn:microsoft.com/office/officeart/2016/7/layout/RepeatingBendingProcessNew"/>
    <dgm:cxn modelId="{A461062D-D2F5-4C48-94F1-C9B215279297}" srcId="{26F538A0-CB7B-44B6-941A-EAC38E9FDC8D}" destId="{018904CB-76E8-429C-B19C-4A7105057381}" srcOrd="4" destOrd="0" parTransId="{3353E0EA-5216-4E9A-BD98-A79AE99AF483}" sibTransId="{65EA63A7-24ED-4E0B-830A-4BBED6F2A7AE}"/>
    <dgm:cxn modelId="{9CAE6E4F-ECC8-4463-A31D-6DFDF32289B9}" type="presOf" srcId="{34B3D66E-040F-4CD9-AD6A-F0FDCA37D88C}" destId="{83D95395-760A-4DD1-8DCE-E404977C5B3C}" srcOrd="1" destOrd="0" presId="urn:microsoft.com/office/officeart/2016/7/layout/RepeatingBendingProcessNew"/>
    <dgm:cxn modelId="{368F2765-1AEF-4105-8BC2-1A6BBA9A46AF}" type="presOf" srcId="{FD2A72F4-0117-4551-83CF-2B17B0DBC84B}" destId="{A33D53DA-A797-43A3-AA04-6B0CDC8B7244}" srcOrd="1" destOrd="0" presId="urn:microsoft.com/office/officeart/2016/7/layout/RepeatingBendingProcessNew"/>
    <dgm:cxn modelId="{412D4766-F625-4E86-893A-250F6D8CF988}" type="presOf" srcId="{76FE521F-6B5F-4CD8-8DD5-C29371A810DB}" destId="{5FC2B8EE-DF1B-43D9-8077-F104733FF116}" srcOrd="0" destOrd="0" presId="urn:microsoft.com/office/officeart/2016/7/layout/RepeatingBendingProcessNew"/>
    <dgm:cxn modelId="{41B36367-B6AA-4477-B807-AFAA21C0C930}" type="presOf" srcId="{68500875-D4E8-4C97-B60E-4220738A8BC9}" destId="{C3EDA9D9-62DA-4793-8051-6C0DB13C43D8}" srcOrd="0" destOrd="0" presId="urn:microsoft.com/office/officeart/2016/7/layout/RepeatingBendingProcessNew"/>
    <dgm:cxn modelId="{B0FB7E68-4546-4F06-8CB9-D8CCB24C69EB}" srcId="{26F538A0-CB7B-44B6-941A-EAC38E9FDC8D}" destId="{C0B41B92-9992-4C46-93B7-E1C5A1714D14}" srcOrd="5" destOrd="0" parTransId="{A66B59B5-7F34-4E25-BA7E-5407B89AD6DC}" sibTransId="{D6D6E75D-438B-4BCF-B02F-B22EFC307A83}"/>
    <dgm:cxn modelId="{4BBA5F7E-5F89-4D88-85D7-60A30ECAC8A8}" type="presOf" srcId="{65EA63A7-24ED-4E0B-830A-4BBED6F2A7AE}" destId="{A13B5B6A-3E8C-409F-AA04-A3216DA57169}" srcOrd="0" destOrd="0" presId="urn:microsoft.com/office/officeart/2016/7/layout/RepeatingBendingProcessNew"/>
    <dgm:cxn modelId="{CA8C89A9-F585-4E1A-BEBB-0D215DE2DE47}" type="presOf" srcId="{65EA63A7-24ED-4E0B-830A-4BBED6F2A7AE}" destId="{A322CDEA-3CBA-4314-9475-CE2554A1F376}" srcOrd="1" destOrd="0" presId="urn:microsoft.com/office/officeart/2016/7/layout/RepeatingBendingProcessNew"/>
    <dgm:cxn modelId="{284E26AE-4936-4AD9-BE1A-68B200BA65EF}" srcId="{26F538A0-CB7B-44B6-941A-EAC38E9FDC8D}" destId="{68500875-D4E8-4C97-B60E-4220738A8BC9}" srcOrd="2" destOrd="0" parTransId="{E7391AF3-3A3B-404B-AB26-38A917732A6A}" sibTransId="{34B3D66E-040F-4CD9-AD6A-F0FDCA37D88C}"/>
    <dgm:cxn modelId="{9B13E1B2-00BF-4CF3-B4A1-DE14A6B8E470}" srcId="{26F538A0-CB7B-44B6-941A-EAC38E9FDC8D}" destId="{B1330F68-CB16-4B81-AB63-FA921E7ADB75}" srcOrd="1" destOrd="0" parTransId="{18600D8C-E674-47DE-9693-4A1585BCF3CC}" sibTransId="{D67DF5CA-7F6C-4D96-BBCA-049F4CDDDFF1}"/>
    <dgm:cxn modelId="{2EF4A7C0-48E3-4D34-BAF0-95B51D356DF9}" type="presOf" srcId="{FD2A72F4-0117-4551-83CF-2B17B0DBC84B}" destId="{9C921E80-325C-45A3-8930-9CC3CBDC1D1D}" srcOrd="0" destOrd="0" presId="urn:microsoft.com/office/officeart/2016/7/layout/RepeatingBendingProcessNew"/>
    <dgm:cxn modelId="{094DFAC1-9E92-4DD3-9865-463810252266}" srcId="{26F538A0-CB7B-44B6-941A-EAC38E9FDC8D}" destId="{434C07B7-99A3-486F-988E-404706017063}" srcOrd="3" destOrd="0" parTransId="{E6AB1507-D06D-4E58-900E-29F777A2EF31}" sibTransId="{D1C35715-FFA2-4F65-A711-8D72A29E6CEA}"/>
    <dgm:cxn modelId="{E2DC61C5-B969-41EA-8B99-7250B10A99DC}" type="presOf" srcId="{D67DF5CA-7F6C-4D96-BBCA-049F4CDDDFF1}" destId="{71CA3A3D-346D-4C50-9246-D021BAE4CDFA}" srcOrd="1" destOrd="0" presId="urn:microsoft.com/office/officeart/2016/7/layout/RepeatingBendingProcessNew"/>
    <dgm:cxn modelId="{F83BE1D2-2C1F-476F-9763-4B64A340B42D}" type="presOf" srcId="{C0B41B92-9992-4C46-93B7-E1C5A1714D14}" destId="{797B3475-428B-4F41-B272-F9EF8760B092}" srcOrd="0" destOrd="0" presId="urn:microsoft.com/office/officeart/2016/7/layout/RepeatingBendingProcessNew"/>
    <dgm:cxn modelId="{FD8C0DE4-A701-4600-A642-C1461CE5C0AB}" type="presOf" srcId="{434C07B7-99A3-486F-988E-404706017063}" destId="{59797C22-2EB4-4636-96B0-FDD3B0AB68C8}" srcOrd="0" destOrd="0" presId="urn:microsoft.com/office/officeart/2016/7/layout/RepeatingBendingProcessNew"/>
    <dgm:cxn modelId="{EAD410FE-2416-4C3E-9148-B9322587D741}" type="presOf" srcId="{26F538A0-CB7B-44B6-941A-EAC38E9FDC8D}" destId="{7BD2ABBF-A484-4207-B7E5-5A96B0E4BFDB}" srcOrd="0" destOrd="0" presId="urn:microsoft.com/office/officeart/2016/7/layout/RepeatingBendingProcessNew"/>
    <dgm:cxn modelId="{B628FEFF-9801-4F3D-9570-983AE97202D0}" type="presOf" srcId="{D67DF5CA-7F6C-4D96-BBCA-049F4CDDDFF1}" destId="{7856AAF7-2956-45A9-A985-405ADCE78A69}" srcOrd="0" destOrd="0" presId="urn:microsoft.com/office/officeart/2016/7/layout/RepeatingBendingProcessNew"/>
    <dgm:cxn modelId="{7AEE1A84-7FE0-450E-97BE-6950E7756CF9}" type="presParOf" srcId="{7BD2ABBF-A484-4207-B7E5-5A96B0E4BFDB}" destId="{5FC2B8EE-DF1B-43D9-8077-F104733FF116}" srcOrd="0" destOrd="0" presId="urn:microsoft.com/office/officeart/2016/7/layout/RepeatingBendingProcessNew"/>
    <dgm:cxn modelId="{CA3E1DC7-E427-4050-87FC-799A5C0E4735}" type="presParOf" srcId="{7BD2ABBF-A484-4207-B7E5-5A96B0E4BFDB}" destId="{9C921E80-325C-45A3-8930-9CC3CBDC1D1D}" srcOrd="1" destOrd="0" presId="urn:microsoft.com/office/officeart/2016/7/layout/RepeatingBendingProcessNew"/>
    <dgm:cxn modelId="{8AFD27A8-FD8B-4B85-8D36-34C94EC0EDA4}" type="presParOf" srcId="{9C921E80-325C-45A3-8930-9CC3CBDC1D1D}" destId="{A33D53DA-A797-43A3-AA04-6B0CDC8B7244}" srcOrd="0" destOrd="0" presId="urn:microsoft.com/office/officeart/2016/7/layout/RepeatingBendingProcessNew"/>
    <dgm:cxn modelId="{C298AFE2-02F6-4562-AF2C-8404BB68996F}" type="presParOf" srcId="{7BD2ABBF-A484-4207-B7E5-5A96B0E4BFDB}" destId="{27271294-7240-422D-AC85-02A17A5906A6}" srcOrd="2" destOrd="0" presId="urn:microsoft.com/office/officeart/2016/7/layout/RepeatingBendingProcessNew"/>
    <dgm:cxn modelId="{8F9EE93E-A7AF-46BB-BD3A-D0B650728610}" type="presParOf" srcId="{7BD2ABBF-A484-4207-B7E5-5A96B0E4BFDB}" destId="{7856AAF7-2956-45A9-A985-405ADCE78A69}" srcOrd="3" destOrd="0" presId="urn:microsoft.com/office/officeart/2016/7/layout/RepeatingBendingProcessNew"/>
    <dgm:cxn modelId="{7CE1CF01-11D9-4000-8568-DE7ABDB494D2}" type="presParOf" srcId="{7856AAF7-2956-45A9-A985-405ADCE78A69}" destId="{71CA3A3D-346D-4C50-9246-D021BAE4CDFA}" srcOrd="0" destOrd="0" presId="urn:microsoft.com/office/officeart/2016/7/layout/RepeatingBendingProcessNew"/>
    <dgm:cxn modelId="{E02DA9C2-B4D4-438C-9197-66DEF97B344B}" type="presParOf" srcId="{7BD2ABBF-A484-4207-B7E5-5A96B0E4BFDB}" destId="{C3EDA9D9-62DA-4793-8051-6C0DB13C43D8}" srcOrd="4" destOrd="0" presId="urn:microsoft.com/office/officeart/2016/7/layout/RepeatingBendingProcessNew"/>
    <dgm:cxn modelId="{D9D3D43B-1C62-4D50-9DA7-AFCB46EF5566}" type="presParOf" srcId="{7BD2ABBF-A484-4207-B7E5-5A96B0E4BFDB}" destId="{F96DD42D-7081-4489-9FB4-85174615EBA9}" srcOrd="5" destOrd="0" presId="urn:microsoft.com/office/officeart/2016/7/layout/RepeatingBendingProcessNew"/>
    <dgm:cxn modelId="{F78CC983-D450-480C-B1A3-098A8CE5DA56}" type="presParOf" srcId="{F96DD42D-7081-4489-9FB4-85174615EBA9}" destId="{83D95395-760A-4DD1-8DCE-E404977C5B3C}" srcOrd="0" destOrd="0" presId="urn:microsoft.com/office/officeart/2016/7/layout/RepeatingBendingProcessNew"/>
    <dgm:cxn modelId="{0FAC77A3-BBE4-4AAC-9CC1-6AB475EDF755}" type="presParOf" srcId="{7BD2ABBF-A484-4207-B7E5-5A96B0E4BFDB}" destId="{59797C22-2EB4-4636-96B0-FDD3B0AB68C8}" srcOrd="6" destOrd="0" presId="urn:microsoft.com/office/officeart/2016/7/layout/RepeatingBendingProcessNew"/>
    <dgm:cxn modelId="{AF31BABA-B81A-47D0-9D74-90FEA822FD3B}" type="presParOf" srcId="{7BD2ABBF-A484-4207-B7E5-5A96B0E4BFDB}" destId="{2962CAA3-F7C8-438B-99B3-8AFAB2BD6B72}" srcOrd="7" destOrd="0" presId="urn:microsoft.com/office/officeart/2016/7/layout/RepeatingBendingProcessNew"/>
    <dgm:cxn modelId="{C7F40552-FA01-4CD6-A8CA-C3E83AE85B66}" type="presParOf" srcId="{2962CAA3-F7C8-438B-99B3-8AFAB2BD6B72}" destId="{5927EB7A-D0ED-4B41-86CB-FA6E51672BC1}" srcOrd="0" destOrd="0" presId="urn:microsoft.com/office/officeart/2016/7/layout/RepeatingBendingProcessNew"/>
    <dgm:cxn modelId="{894EED2A-2FC4-4184-9709-4068074B755C}" type="presParOf" srcId="{7BD2ABBF-A484-4207-B7E5-5A96B0E4BFDB}" destId="{B39AA249-77D9-452E-8E1B-30BFF496DF4A}" srcOrd="8" destOrd="0" presId="urn:microsoft.com/office/officeart/2016/7/layout/RepeatingBendingProcessNew"/>
    <dgm:cxn modelId="{57C46FBA-1E95-407D-958E-843C7285DE53}" type="presParOf" srcId="{7BD2ABBF-A484-4207-B7E5-5A96B0E4BFDB}" destId="{A13B5B6A-3E8C-409F-AA04-A3216DA57169}" srcOrd="9" destOrd="0" presId="urn:microsoft.com/office/officeart/2016/7/layout/RepeatingBendingProcessNew"/>
    <dgm:cxn modelId="{2A74A46D-95C3-47EE-BA2F-E432D38914EE}" type="presParOf" srcId="{A13B5B6A-3E8C-409F-AA04-A3216DA57169}" destId="{A322CDEA-3CBA-4314-9475-CE2554A1F376}" srcOrd="0" destOrd="0" presId="urn:microsoft.com/office/officeart/2016/7/layout/RepeatingBendingProcessNew"/>
    <dgm:cxn modelId="{03508524-CCE0-475E-A2D9-D8366EF4F813}" type="presParOf" srcId="{7BD2ABBF-A484-4207-B7E5-5A96B0E4BFDB}" destId="{797B3475-428B-4F41-B272-F9EF8760B09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F3213E-0A1B-450C-96A2-3703F70C8A6C}" type="doc">
      <dgm:prSet loTypeId="urn:microsoft.com/office/officeart/2005/8/layout/default" loCatId="list" qsTypeId="urn:microsoft.com/office/officeart/2005/8/quickstyle/simple1" qsCatId="simple" csTypeId="urn:microsoft.com/office/officeart/2005/8/colors/accent6_5" csCatId="accent6"/>
      <dgm:spPr/>
      <dgm:t>
        <a:bodyPr/>
        <a:lstStyle/>
        <a:p>
          <a:endParaRPr lang="en-US"/>
        </a:p>
      </dgm:t>
    </dgm:pt>
    <dgm:pt modelId="{DB002B93-4942-47F2-B40A-8554E95D9E0D}">
      <dgm:prSet/>
      <dgm:spPr/>
      <dgm:t>
        <a:bodyPr/>
        <a:lstStyle/>
        <a:p>
          <a:r>
            <a:rPr lang="en-US" dirty="0"/>
            <a:t>Focus: Advanced analytics page (Margins, Turnout, Patterns).</a:t>
          </a:r>
        </a:p>
      </dgm:t>
    </dgm:pt>
    <dgm:pt modelId="{8A014E16-0F16-4C7B-B4FD-98D832B37550}" type="parTrans" cxnId="{C4418F41-2346-4C43-832E-36E8FB4B0CB9}">
      <dgm:prSet/>
      <dgm:spPr/>
      <dgm:t>
        <a:bodyPr/>
        <a:lstStyle/>
        <a:p>
          <a:endParaRPr lang="en-US"/>
        </a:p>
      </dgm:t>
    </dgm:pt>
    <dgm:pt modelId="{7B764DBE-60FB-4B4F-828F-4B08953AFC7E}" type="sibTrans" cxnId="{C4418F41-2346-4C43-832E-36E8FB4B0CB9}">
      <dgm:prSet/>
      <dgm:spPr/>
      <dgm:t>
        <a:bodyPr/>
        <a:lstStyle/>
        <a:p>
          <a:endParaRPr lang="en-US"/>
        </a:p>
      </dgm:t>
    </dgm:pt>
    <dgm:pt modelId="{F117F85D-2C50-4C59-931F-6DF4C24606C3}">
      <dgm:prSet/>
      <dgm:spPr/>
      <dgm:t>
        <a:bodyPr/>
        <a:lstStyle/>
        <a:p>
          <a:r>
            <a:rPr lang="en-US"/>
            <a:t>Highlights:</a:t>
          </a:r>
        </a:p>
      </dgm:t>
    </dgm:pt>
    <dgm:pt modelId="{AFF5AAE3-918E-4CD3-A041-49DC261DCC28}" type="parTrans" cxnId="{B9DBA0AD-026A-4792-8AA7-EB7136CE5A62}">
      <dgm:prSet/>
      <dgm:spPr/>
      <dgm:t>
        <a:bodyPr/>
        <a:lstStyle/>
        <a:p>
          <a:endParaRPr lang="en-US"/>
        </a:p>
      </dgm:t>
    </dgm:pt>
    <dgm:pt modelId="{54C0F70F-87F3-4EA9-B2E9-872D0BA16046}" type="sibTrans" cxnId="{B9DBA0AD-026A-4792-8AA7-EB7136CE5A62}">
      <dgm:prSet/>
      <dgm:spPr/>
      <dgm:t>
        <a:bodyPr/>
        <a:lstStyle/>
        <a:p>
          <a:endParaRPr lang="en-US"/>
        </a:p>
      </dgm:t>
    </dgm:pt>
    <dgm:pt modelId="{F5576258-DCB2-4254-85D5-C25AF5379DD5}">
      <dgm:prSet/>
      <dgm:spPr/>
      <dgm:t>
        <a:bodyPr/>
        <a:lstStyle/>
        <a:p>
          <a:r>
            <a:rPr lang="en-US" dirty="0"/>
            <a:t>- Histogram: Victory margin distribution</a:t>
          </a:r>
        </a:p>
      </dgm:t>
    </dgm:pt>
    <dgm:pt modelId="{B659A99A-DB8C-4A59-8804-974113BB20FA}" type="parTrans" cxnId="{03268026-3CA4-4184-B49D-BAD99D043EEF}">
      <dgm:prSet/>
      <dgm:spPr/>
      <dgm:t>
        <a:bodyPr/>
        <a:lstStyle/>
        <a:p>
          <a:endParaRPr lang="en-US"/>
        </a:p>
      </dgm:t>
    </dgm:pt>
    <dgm:pt modelId="{CF1DE0B7-AB93-4E07-B49D-05220BFF0B60}" type="sibTrans" cxnId="{03268026-3CA4-4184-B49D-BAD99D043EEF}">
      <dgm:prSet/>
      <dgm:spPr/>
      <dgm:t>
        <a:bodyPr/>
        <a:lstStyle/>
        <a:p>
          <a:endParaRPr lang="en-US"/>
        </a:p>
      </dgm:t>
    </dgm:pt>
    <dgm:pt modelId="{7EBB6D5C-26BE-41C8-9887-44C39A61DBB4}">
      <dgm:prSet/>
      <dgm:spPr/>
      <dgm:t>
        <a:bodyPr/>
        <a:lstStyle/>
        <a:p>
          <a:r>
            <a:rPr lang="en-US"/>
            <a:t>- Scatter Plot: Turnout vs Margin correlation</a:t>
          </a:r>
        </a:p>
      </dgm:t>
    </dgm:pt>
    <dgm:pt modelId="{D411FB2E-FD09-46E7-A32A-DF2681A4CCF3}" type="parTrans" cxnId="{593B9388-FEAB-43DE-8168-0A226A5EC3B5}">
      <dgm:prSet/>
      <dgm:spPr/>
      <dgm:t>
        <a:bodyPr/>
        <a:lstStyle/>
        <a:p>
          <a:endParaRPr lang="en-US"/>
        </a:p>
      </dgm:t>
    </dgm:pt>
    <dgm:pt modelId="{E4B0141B-C57D-48AA-AFFB-A733C220EDDE}" type="sibTrans" cxnId="{593B9388-FEAB-43DE-8168-0A226A5EC3B5}">
      <dgm:prSet/>
      <dgm:spPr/>
      <dgm:t>
        <a:bodyPr/>
        <a:lstStyle/>
        <a:p>
          <a:endParaRPr lang="en-US"/>
        </a:p>
      </dgm:t>
    </dgm:pt>
    <dgm:pt modelId="{32705616-F0A5-42D8-96C7-954BF51FA8BB}">
      <dgm:prSet/>
      <dgm:spPr/>
      <dgm:t>
        <a:bodyPr/>
        <a:lstStyle/>
        <a:p>
          <a:r>
            <a:rPr lang="en-US"/>
            <a:t>Insight: Identify competitive constituencies and turnout behavior.</a:t>
          </a:r>
        </a:p>
      </dgm:t>
    </dgm:pt>
    <dgm:pt modelId="{210E605F-CA1F-4E59-9B32-AB7DE929F144}" type="parTrans" cxnId="{50C3D7C9-A723-4D93-AEB8-28DB8D0E4E42}">
      <dgm:prSet/>
      <dgm:spPr/>
      <dgm:t>
        <a:bodyPr/>
        <a:lstStyle/>
        <a:p>
          <a:endParaRPr lang="en-US"/>
        </a:p>
      </dgm:t>
    </dgm:pt>
    <dgm:pt modelId="{2EECF9C3-7039-4A90-B2C4-3C5DD6339565}" type="sibTrans" cxnId="{50C3D7C9-A723-4D93-AEB8-28DB8D0E4E42}">
      <dgm:prSet/>
      <dgm:spPr/>
      <dgm:t>
        <a:bodyPr/>
        <a:lstStyle/>
        <a:p>
          <a:endParaRPr lang="en-US"/>
        </a:p>
      </dgm:t>
    </dgm:pt>
    <dgm:pt modelId="{07767BFE-509E-4DFA-9DE7-EE0CEDB7E46E}" type="pres">
      <dgm:prSet presAssocID="{4DF3213E-0A1B-450C-96A2-3703F70C8A6C}" presName="diagram" presStyleCnt="0">
        <dgm:presLayoutVars>
          <dgm:dir/>
          <dgm:resizeHandles val="exact"/>
        </dgm:presLayoutVars>
      </dgm:prSet>
      <dgm:spPr/>
    </dgm:pt>
    <dgm:pt modelId="{62C4F550-F9D1-437B-9640-D20EB3EB1D43}" type="pres">
      <dgm:prSet presAssocID="{DB002B93-4942-47F2-B40A-8554E95D9E0D}" presName="node" presStyleLbl="node1" presStyleIdx="0" presStyleCnt="5" custLinFactNeighborX="576" custLinFactNeighborY="-32">
        <dgm:presLayoutVars>
          <dgm:bulletEnabled val="1"/>
        </dgm:presLayoutVars>
      </dgm:prSet>
      <dgm:spPr/>
    </dgm:pt>
    <dgm:pt modelId="{A2BF8FAD-1921-4072-A800-FBEE9736AD44}" type="pres">
      <dgm:prSet presAssocID="{7B764DBE-60FB-4B4F-828F-4B08953AFC7E}" presName="sibTrans" presStyleCnt="0"/>
      <dgm:spPr/>
    </dgm:pt>
    <dgm:pt modelId="{266750B0-05F8-450D-8FBF-9A9CECF75689}" type="pres">
      <dgm:prSet presAssocID="{F117F85D-2C50-4C59-931F-6DF4C24606C3}" presName="node" presStyleLbl="node1" presStyleIdx="1" presStyleCnt="5">
        <dgm:presLayoutVars>
          <dgm:bulletEnabled val="1"/>
        </dgm:presLayoutVars>
      </dgm:prSet>
      <dgm:spPr/>
    </dgm:pt>
    <dgm:pt modelId="{7D01583B-8FF0-448A-8127-1263225B3988}" type="pres">
      <dgm:prSet presAssocID="{54C0F70F-87F3-4EA9-B2E9-872D0BA16046}" presName="sibTrans" presStyleCnt="0"/>
      <dgm:spPr/>
    </dgm:pt>
    <dgm:pt modelId="{E389356B-E936-4D49-989D-AB21886E4A17}" type="pres">
      <dgm:prSet presAssocID="{F5576258-DCB2-4254-85D5-C25AF5379DD5}" presName="node" presStyleLbl="node1" presStyleIdx="2" presStyleCnt="5">
        <dgm:presLayoutVars>
          <dgm:bulletEnabled val="1"/>
        </dgm:presLayoutVars>
      </dgm:prSet>
      <dgm:spPr/>
    </dgm:pt>
    <dgm:pt modelId="{63968B93-97AB-433B-8EE4-CBAE5DD678C5}" type="pres">
      <dgm:prSet presAssocID="{CF1DE0B7-AB93-4E07-B49D-05220BFF0B60}" presName="sibTrans" presStyleCnt="0"/>
      <dgm:spPr/>
    </dgm:pt>
    <dgm:pt modelId="{9568B89D-7B4A-48C7-996B-8253FCC6B9D2}" type="pres">
      <dgm:prSet presAssocID="{7EBB6D5C-26BE-41C8-9887-44C39A61DBB4}" presName="node" presStyleLbl="node1" presStyleIdx="3" presStyleCnt="5">
        <dgm:presLayoutVars>
          <dgm:bulletEnabled val="1"/>
        </dgm:presLayoutVars>
      </dgm:prSet>
      <dgm:spPr/>
    </dgm:pt>
    <dgm:pt modelId="{89E3AE44-9E98-4C4C-A91C-5C8072F320D1}" type="pres">
      <dgm:prSet presAssocID="{E4B0141B-C57D-48AA-AFFB-A733C220EDDE}" presName="sibTrans" presStyleCnt="0"/>
      <dgm:spPr/>
    </dgm:pt>
    <dgm:pt modelId="{2F35EDCF-B641-4688-9751-96608FEB2BE4}" type="pres">
      <dgm:prSet presAssocID="{32705616-F0A5-42D8-96C7-954BF51FA8BB}" presName="node" presStyleLbl="node1" presStyleIdx="4" presStyleCnt="5">
        <dgm:presLayoutVars>
          <dgm:bulletEnabled val="1"/>
        </dgm:presLayoutVars>
      </dgm:prSet>
      <dgm:spPr/>
    </dgm:pt>
  </dgm:ptLst>
  <dgm:cxnLst>
    <dgm:cxn modelId="{EC896F0D-E0C2-4592-91CD-942A858DF541}" type="presOf" srcId="{32705616-F0A5-42D8-96C7-954BF51FA8BB}" destId="{2F35EDCF-B641-4688-9751-96608FEB2BE4}" srcOrd="0" destOrd="0" presId="urn:microsoft.com/office/officeart/2005/8/layout/default"/>
    <dgm:cxn modelId="{02896C0F-CF27-4297-B8ED-7B236A8008FE}" type="presOf" srcId="{4DF3213E-0A1B-450C-96A2-3703F70C8A6C}" destId="{07767BFE-509E-4DFA-9DE7-EE0CEDB7E46E}" srcOrd="0" destOrd="0" presId="urn:microsoft.com/office/officeart/2005/8/layout/default"/>
    <dgm:cxn modelId="{6B55E818-27D7-4F25-80E2-7D664911DB04}" type="presOf" srcId="{F117F85D-2C50-4C59-931F-6DF4C24606C3}" destId="{266750B0-05F8-450D-8FBF-9A9CECF75689}" srcOrd="0" destOrd="0" presId="urn:microsoft.com/office/officeart/2005/8/layout/default"/>
    <dgm:cxn modelId="{03268026-3CA4-4184-B49D-BAD99D043EEF}" srcId="{4DF3213E-0A1B-450C-96A2-3703F70C8A6C}" destId="{F5576258-DCB2-4254-85D5-C25AF5379DD5}" srcOrd="2" destOrd="0" parTransId="{B659A99A-DB8C-4A59-8804-974113BB20FA}" sibTransId="{CF1DE0B7-AB93-4E07-B49D-05220BFF0B60}"/>
    <dgm:cxn modelId="{0471E937-F497-4FE6-9E22-6B6B9BD0AEE7}" type="presOf" srcId="{DB002B93-4942-47F2-B40A-8554E95D9E0D}" destId="{62C4F550-F9D1-437B-9640-D20EB3EB1D43}" srcOrd="0" destOrd="0" presId="urn:microsoft.com/office/officeart/2005/8/layout/default"/>
    <dgm:cxn modelId="{1DA13A3D-C52B-4D6C-9F39-2096AD93B26A}" type="presOf" srcId="{7EBB6D5C-26BE-41C8-9887-44C39A61DBB4}" destId="{9568B89D-7B4A-48C7-996B-8253FCC6B9D2}" srcOrd="0" destOrd="0" presId="urn:microsoft.com/office/officeart/2005/8/layout/default"/>
    <dgm:cxn modelId="{C4418F41-2346-4C43-832E-36E8FB4B0CB9}" srcId="{4DF3213E-0A1B-450C-96A2-3703F70C8A6C}" destId="{DB002B93-4942-47F2-B40A-8554E95D9E0D}" srcOrd="0" destOrd="0" parTransId="{8A014E16-0F16-4C7B-B4FD-98D832B37550}" sibTransId="{7B764DBE-60FB-4B4F-828F-4B08953AFC7E}"/>
    <dgm:cxn modelId="{EAFEBE7A-AB4E-4B3D-A83E-35C5DB73723F}" type="presOf" srcId="{F5576258-DCB2-4254-85D5-C25AF5379DD5}" destId="{E389356B-E936-4D49-989D-AB21886E4A17}" srcOrd="0" destOrd="0" presId="urn:microsoft.com/office/officeart/2005/8/layout/default"/>
    <dgm:cxn modelId="{593B9388-FEAB-43DE-8168-0A226A5EC3B5}" srcId="{4DF3213E-0A1B-450C-96A2-3703F70C8A6C}" destId="{7EBB6D5C-26BE-41C8-9887-44C39A61DBB4}" srcOrd="3" destOrd="0" parTransId="{D411FB2E-FD09-46E7-A32A-DF2681A4CCF3}" sibTransId="{E4B0141B-C57D-48AA-AFFB-A733C220EDDE}"/>
    <dgm:cxn modelId="{B9DBA0AD-026A-4792-8AA7-EB7136CE5A62}" srcId="{4DF3213E-0A1B-450C-96A2-3703F70C8A6C}" destId="{F117F85D-2C50-4C59-931F-6DF4C24606C3}" srcOrd="1" destOrd="0" parTransId="{AFF5AAE3-918E-4CD3-A041-49DC261DCC28}" sibTransId="{54C0F70F-87F3-4EA9-B2E9-872D0BA16046}"/>
    <dgm:cxn modelId="{50C3D7C9-A723-4D93-AEB8-28DB8D0E4E42}" srcId="{4DF3213E-0A1B-450C-96A2-3703F70C8A6C}" destId="{32705616-F0A5-42D8-96C7-954BF51FA8BB}" srcOrd="4" destOrd="0" parTransId="{210E605F-CA1F-4E59-9B32-AB7DE929F144}" sibTransId="{2EECF9C3-7039-4A90-B2C4-3C5DD6339565}"/>
    <dgm:cxn modelId="{AD0FE101-A4B2-45E1-A033-B08547B8345D}" type="presParOf" srcId="{07767BFE-509E-4DFA-9DE7-EE0CEDB7E46E}" destId="{62C4F550-F9D1-437B-9640-D20EB3EB1D43}" srcOrd="0" destOrd="0" presId="urn:microsoft.com/office/officeart/2005/8/layout/default"/>
    <dgm:cxn modelId="{EE9137F2-0A4E-432F-B0DA-204E2CC56F74}" type="presParOf" srcId="{07767BFE-509E-4DFA-9DE7-EE0CEDB7E46E}" destId="{A2BF8FAD-1921-4072-A800-FBEE9736AD44}" srcOrd="1" destOrd="0" presId="urn:microsoft.com/office/officeart/2005/8/layout/default"/>
    <dgm:cxn modelId="{C0230938-57E4-40B6-BD62-90F7F18E96B0}" type="presParOf" srcId="{07767BFE-509E-4DFA-9DE7-EE0CEDB7E46E}" destId="{266750B0-05F8-450D-8FBF-9A9CECF75689}" srcOrd="2" destOrd="0" presId="urn:microsoft.com/office/officeart/2005/8/layout/default"/>
    <dgm:cxn modelId="{B000BE13-8097-4005-B6F2-9E34FF7D322D}" type="presParOf" srcId="{07767BFE-509E-4DFA-9DE7-EE0CEDB7E46E}" destId="{7D01583B-8FF0-448A-8127-1263225B3988}" srcOrd="3" destOrd="0" presId="urn:microsoft.com/office/officeart/2005/8/layout/default"/>
    <dgm:cxn modelId="{2A4C5186-31C4-4AC9-9906-BECAA92241BB}" type="presParOf" srcId="{07767BFE-509E-4DFA-9DE7-EE0CEDB7E46E}" destId="{E389356B-E936-4D49-989D-AB21886E4A17}" srcOrd="4" destOrd="0" presId="urn:microsoft.com/office/officeart/2005/8/layout/default"/>
    <dgm:cxn modelId="{827E554C-793E-47C0-B936-4D17B96BF5C9}" type="presParOf" srcId="{07767BFE-509E-4DFA-9DE7-EE0CEDB7E46E}" destId="{63968B93-97AB-433B-8EE4-CBAE5DD678C5}" srcOrd="5" destOrd="0" presId="urn:microsoft.com/office/officeart/2005/8/layout/default"/>
    <dgm:cxn modelId="{FEA7306B-E088-4DB3-923B-E4692D0270A9}" type="presParOf" srcId="{07767BFE-509E-4DFA-9DE7-EE0CEDB7E46E}" destId="{9568B89D-7B4A-48C7-996B-8253FCC6B9D2}" srcOrd="6" destOrd="0" presId="urn:microsoft.com/office/officeart/2005/8/layout/default"/>
    <dgm:cxn modelId="{534F392F-5BF6-4044-84D4-8C3DF6529EDA}" type="presParOf" srcId="{07767BFE-509E-4DFA-9DE7-EE0CEDB7E46E}" destId="{89E3AE44-9E98-4C4C-A91C-5C8072F320D1}" srcOrd="7" destOrd="0" presId="urn:microsoft.com/office/officeart/2005/8/layout/default"/>
    <dgm:cxn modelId="{D6ED213D-9E67-420E-BFC0-29E3FD170D5A}" type="presParOf" srcId="{07767BFE-509E-4DFA-9DE7-EE0CEDB7E46E}" destId="{2F35EDCF-B641-4688-9751-96608FEB2BE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D62A334-1CE8-40A9-8203-915039F420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8042730-E5BC-4A02-9F55-5DC785E32AF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The dashboard revealed clear regional variations in voter turnout and party dominance. We found that major national parties showed concentrated influence in specific zones. </a:t>
          </a:r>
          <a:endParaRPr lang="en-US" dirty="0"/>
        </a:p>
      </dgm:t>
    </dgm:pt>
    <dgm:pt modelId="{6554451A-A010-47AB-9D3E-834D6BF146D5}" type="parTrans" cxnId="{D4A82AB9-7688-49E0-B5EB-5F56D8E3B778}">
      <dgm:prSet/>
      <dgm:spPr/>
      <dgm:t>
        <a:bodyPr/>
        <a:lstStyle/>
        <a:p>
          <a:endParaRPr lang="en-US"/>
        </a:p>
      </dgm:t>
    </dgm:pt>
    <dgm:pt modelId="{4A2C2C52-3453-420A-805A-EC9F571DC115}" type="sibTrans" cxnId="{D4A82AB9-7688-49E0-B5EB-5F56D8E3B778}">
      <dgm:prSet/>
      <dgm:spPr/>
      <dgm:t>
        <a:bodyPr/>
        <a:lstStyle/>
        <a:p>
          <a:endParaRPr lang="en-US"/>
        </a:p>
      </dgm:t>
    </dgm:pt>
    <dgm:pt modelId="{8446C037-3256-476B-A580-E0CF9FEB427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 key insight was that states with higher turnout often correlated with narrower winning margins, indicating stronger political competition.</a:t>
          </a:r>
          <a:endParaRPr lang="en-US" dirty="0"/>
        </a:p>
      </dgm:t>
    </dgm:pt>
    <dgm:pt modelId="{8F8EC308-076C-438F-A9E5-54CFD49F4F52}" type="parTrans" cxnId="{982FBF88-9298-4811-99BE-3F2D6C49CCD4}">
      <dgm:prSet/>
      <dgm:spPr/>
      <dgm:t>
        <a:bodyPr/>
        <a:lstStyle/>
        <a:p>
          <a:endParaRPr lang="en-US"/>
        </a:p>
      </dgm:t>
    </dgm:pt>
    <dgm:pt modelId="{C552458D-6D46-4B39-AC05-84B3BDB0D6C1}" type="sibTrans" cxnId="{982FBF88-9298-4811-99BE-3F2D6C49CCD4}">
      <dgm:prSet/>
      <dgm:spPr/>
      <dgm:t>
        <a:bodyPr/>
        <a:lstStyle/>
        <a:p>
          <a:endParaRPr lang="en-US"/>
        </a:p>
      </dgm:t>
    </dgm:pt>
    <dgm:pt modelId="{B8DC91B3-CC26-40CF-B865-19B6A2ACBEC6}" type="pres">
      <dgm:prSet presAssocID="{6D62A334-1CE8-40A9-8203-915039F420E7}" presName="root" presStyleCnt="0">
        <dgm:presLayoutVars>
          <dgm:dir/>
          <dgm:resizeHandles val="exact"/>
        </dgm:presLayoutVars>
      </dgm:prSet>
      <dgm:spPr/>
    </dgm:pt>
    <dgm:pt modelId="{4F1A648A-FD68-4240-96F4-F9505C7C0839}" type="pres">
      <dgm:prSet presAssocID="{78042730-E5BC-4A02-9F55-5DC785E32AF8}" presName="compNode" presStyleCnt="0"/>
      <dgm:spPr/>
    </dgm:pt>
    <dgm:pt modelId="{B8956DEA-327F-40BB-A646-F65BF12A9133}" type="pres">
      <dgm:prSet presAssocID="{78042730-E5BC-4A02-9F55-5DC785E32AF8}" presName="bgRect" presStyleLbl="bgShp" presStyleIdx="0" presStyleCnt="2"/>
      <dgm:spPr/>
    </dgm:pt>
    <dgm:pt modelId="{F43BEBF3-37C5-4E42-BB39-D30872F35DED}" type="pres">
      <dgm:prSet presAssocID="{78042730-E5BC-4A02-9F55-5DC785E32AF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928A8706-5FED-448B-B23B-B84E2467107F}" type="pres">
      <dgm:prSet presAssocID="{78042730-E5BC-4A02-9F55-5DC785E32AF8}" presName="spaceRect" presStyleCnt="0"/>
      <dgm:spPr/>
    </dgm:pt>
    <dgm:pt modelId="{D17E1869-C553-45D3-8148-CA167007635E}" type="pres">
      <dgm:prSet presAssocID="{78042730-E5BC-4A02-9F55-5DC785E32AF8}" presName="parTx" presStyleLbl="revTx" presStyleIdx="0" presStyleCnt="2">
        <dgm:presLayoutVars>
          <dgm:chMax val="0"/>
          <dgm:chPref val="0"/>
        </dgm:presLayoutVars>
      </dgm:prSet>
      <dgm:spPr/>
    </dgm:pt>
    <dgm:pt modelId="{EDB7D219-E3BD-4ACC-BEF7-6936B24488F7}" type="pres">
      <dgm:prSet presAssocID="{4A2C2C52-3453-420A-805A-EC9F571DC115}" presName="sibTrans" presStyleCnt="0"/>
      <dgm:spPr/>
    </dgm:pt>
    <dgm:pt modelId="{B18EC13B-BEFE-442C-8FE5-2FB0CB2168C9}" type="pres">
      <dgm:prSet presAssocID="{8446C037-3256-476B-A580-E0CF9FEB427A}" presName="compNode" presStyleCnt="0"/>
      <dgm:spPr/>
    </dgm:pt>
    <dgm:pt modelId="{44BFF518-FC88-43EF-988A-0D965604182B}" type="pres">
      <dgm:prSet presAssocID="{8446C037-3256-476B-A580-E0CF9FEB427A}" presName="bgRect" presStyleLbl="bgShp" presStyleIdx="1" presStyleCnt="2"/>
      <dgm:spPr/>
    </dgm:pt>
    <dgm:pt modelId="{621CB059-E70E-4F87-B46C-C210875A71C5}" type="pres">
      <dgm:prSet presAssocID="{8446C037-3256-476B-A580-E0CF9FEB427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E0ED98F0-69BF-4C46-A611-56D2CEF12100}" type="pres">
      <dgm:prSet presAssocID="{8446C037-3256-476B-A580-E0CF9FEB427A}" presName="spaceRect" presStyleCnt="0"/>
      <dgm:spPr/>
    </dgm:pt>
    <dgm:pt modelId="{C33E1E56-B7C3-44F4-B550-B7F64DC2544E}" type="pres">
      <dgm:prSet presAssocID="{8446C037-3256-476B-A580-E0CF9FEB427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C9EA715-C6D9-41E1-BE01-D3723411B712}" type="presOf" srcId="{6D62A334-1CE8-40A9-8203-915039F420E7}" destId="{B8DC91B3-CC26-40CF-B865-19B6A2ACBEC6}" srcOrd="0" destOrd="0" presId="urn:microsoft.com/office/officeart/2018/2/layout/IconVerticalSolidList"/>
    <dgm:cxn modelId="{C1D6721D-ADDA-4AEC-9C64-91AD28DDC4F7}" type="presOf" srcId="{78042730-E5BC-4A02-9F55-5DC785E32AF8}" destId="{D17E1869-C553-45D3-8148-CA167007635E}" srcOrd="0" destOrd="0" presId="urn:microsoft.com/office/officeart/2018/2/layout/IconVerticalSolidList"/>
    <dgm:cxn modelId="{CB7F265A-8A6A-4090-B5E4-EB8AD444282E}" type="presOf" srcId="{8446C037-3256-476B-A580-E0CF9FEB427A}" destId="{C33E1E56-B7C3-44F4-B550-B7F64DC2544E}" srcOrd="0" destOrd="0" presId="urn:microsoft.com/office/officeart/2018/2/layout/IconVerticalSolidList"/>
    <dgm:cxn modelId="{982FBF88-9298-4811-99BE-3F2D6C49CCD4}" srcId="{6D62A334-1CE8-40A9-8203-915039F420E7}" destId="{8446C037-3256-476B-A580-E0CF9FEB427A}" srcOrd="1" destOrd="0" parTransId="{8F8EC308-076C-438F-A9E5-54CFD49F4F52}" sibTransId="{C552458D-6D46-4B39-AC05-84B3BDB0D6C1}"/>
    <dgm:cxn modelId="{D4A82AB9-7688-49E0-B5EB-5F56D8E3B778}" srcId="{6D62A334-1CE8-40A9-8203-915039F420E7}" destId="{78042730-E5BC-4A02-9F55-5DC785E32AF8}" srcOrd="0" destOrd="0" parTransId="{6554451A-A010-47AB-9D3E-834D6BF146D5}" sibTransId="{4A2C2C52-3453-420A-805A-EC9F571DC115}"/>
    <dgm:cxn modelId="{99E0D865-4F69-486F-844D-F7D505B6F089}" type="presParOf" srcId="{B8DC91B3-CC26-40CF-B865-19B6A2ACBEC6}" destId="{4F1A648A-FD68-4240-96F4-F9505C7C0839}" srcOrd="0" destOrd="0" presId="urn:microsoft.com/office/officeart/2018/2/layout/IconVerticalSolidList"/>
    <dgm:cxn modelId="{0C3495E5-FDFA-42AD-A38B-BB529E67DD68}" type="presParOf" srcId="{4F1A648A-FD68-4240-96F4-F9505C7C0839}" destId="{B8956DEA-327F-40BB-A646-F65BF12A9133}" srcOrd="0" destOrd="0" presId="urn:microsoft.com/office/officeart/2018/2/layout/IconVerticalSolidList"/>
    <dgm:cxn modelId="{97A93A4A-8D8A-449F-BB25-5532BEA4B2F7}" type="presParOf" srcId="{4F1A648A-FD68-4240-96F4-F9505C7C0839}" destId="{F43BEBF3-37C5-4E42-BB39-D30872F35DED}" srcOrd="1" destOrd="0" presId="urn:microsoft.com/office/officeart/2018/2/layout/IconVerticalSolidList"/>
    <dgm:cxn modelId="{AF052FB4-2575-41C9-BD67-B2AEE36BDF7A}" type="presParOf" srcId="{4F1A648A-FD68-4240-96F4-F9505C7C0839}" destId="{928A8706-5FED-448B-B23B-B84E2467107F}" srcOrd="2" destOrd="0" presId="urn:microsoft.com/office/officeart/2018/2/layout/IconVerticalSolidList"/>
    <dgm:cxn modelId="{D75695AA-577E-4862-B891-F3FB2D0B3ACF}" type="presParOf" srcId="{4F1A648A-FD68-4240-96F4-F9505C7C0839}" destId="{D17E1869-C553-45D3-8148-CA167007635E}" srcOrd="3" destOrd="0" presId="urn:microsoft.com/office/officeart/2018/2/layout/IconVerticalSolidList"/>
    <dgm:cxn modelId="{6B073BBB-5A7C-489F-8D6E-E71D380BFB66}" type="presParOf" srcId="{B8DC91B3-CC26-40CF-B865-19B6A2ACBEC6}" destId="{EDB7D219-E3BD-4ACC-BEF7-6936B24488F7}" srcOrd="1" destOrd="0" presId="urn:microsoft.com/office/officeart/2018/2/layout/IconVerticalSolidList"/>
    <dgm:cxn modelId="{69961662-9579-4F88-856B-86B508BADD91}" type="presParOf" srcId="{B8DC91B3-CC26-40CF-B865-19B6A2ACBEC6}" destId="{B18EC13B-BEFE-442C-8FE5-2FB0CB2168C9}" srcOrd="2" destOrd="0" presId="urn:microsoft.com/office/officeart/2018/2/layout/IconVerticalSolidList"/>
    <dgm:cxn modelId="{8F7A7701-421F-4C59-B458-271CC39A95B2}" type="presParOf" srcId="{B18EC13B-BEFE-442C-8FE5-2FB0CB2168C9}" destId="{44BFF518-FC88-43EF-988A-0D965604182B}" srcOrd="0" destOrd="0" presId="urn:microsoft.com/office/officeart/2018/2/layout/IconVerticalSolidList"/>
    <dgm:cxn modelId="{6A3F805A-4B24-4AF3-BDCF-1B45BD9A4DC7}" type="presParOf" srcId="{B18EC13B-BEFE-442C-8FE5-2FB0CB2168C9}" destId="{621CB059-E70E-4F87-B46C-C210875A71C5}" srcOrd="1" destOrd="0" presId="urn:microsoft.com/office/officeart/2018/2/layout/IconVerticalSolidList"/>
    <dgm:cxn modelId="{BB9246E8-F047-48B0-8A5A-EA7EF3B270B4}" type="presParOf" srcId="{B18EC13B-BEFE-442C-8FE5-2FB0CB2168C9}" destId="{E0ED98F0-69BF-4C46-A611-56D2CEF12100}" srcOrd="2" destOrd="0" presId="urn:microsoft.com/office/officeart/2018/2/layout/IconVerticalSolidList"/>
    <dgm:cxn modelId="{219C54C5-3FB3-41AD-B47E-ED083AB44F36}" type="presParOf" srcId="{B18EC13B-BEFE-442C-8FE5-2FB0CB2168C9}" destId="{C33E1E56-B7C3-44F4-B550-B7F64DC254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7AE81A-468A-470F-B463-76E33351D0D3}" type="doc">
      <dgm:prSet loTypeId="urn:microsoft.com/office/officeart/2018/2/layout/IconLabelList" loCatId="icon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9C8FE8A0-EBC4-47A2-A962-B284243BA112}">
      <dgm:prSet custT="1"/>
      <dgm:spPr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bg1"/>
              </a:solidFill>
            </a:rPr>
            <a:t>Efficiency: Reduces analysis time from days to minutes.</a:t>
          </a:r>
        </a:p>
      </dgm:t>
    </dgm:pt>
    <dgm:pt modelId="{9DFC15CB-E5F0-4074-B49A-B7508324E064}" type="parTrans" cxnId="{7B426A01-806F-48E2-8A0B-3B8B682BCEDC}">
      <dgm:prSet/>
      <dgm:spPr/>
      <dgm:t>
        <a:bodyPr/>
        <a:lstStyle/>
        <a:p>
          <a:endParaRPr lang="en-US"/>
        </a:p>
      </dgm:t>
    </dgm:pt>
    <dgm:pt modelId="{64226096-0A71-4B94-AB07-B56A8E7C619D}" type="sibTrans" cxnId="{7B426A01-806F-48E2-8A0B-3B8B682BCEDC}">
      <dgm:prSet/>
      <dgm:spPr/>
      <dgm:t>
        <a:bodyPr/>
        <a:lstStyle/>
        <a:p>
          <a:endParaRPr lang="en-US"/>
        </a:p>
      </dgm:t>
    </dgm:pt>
    <dgm:pt modelId="{6586F36F-6E08-4DA1-974A-0477328EF4E4}">
      <dgm:prSet custT="1"/>
      <dgm:spPr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bg1"/>
              </a:solidFill>
            </a:rPr>
            <a:t>Accuracy: Ensures clean, standardized datasets.</a:t>
          </a:r>
        </a:p>
      </dgm:t>
    </dgm:pt>
    <dgm:pt modelId="{DE754212-6CD9-4E5B-AF71-091C3C920586}" type="parTrans" cxnId="{411AB5B4-317A-432B-BB5C-D397E0249715}">
      <dgm:prSet/>
      <dgm:spPr/>
      <dgm:t>
        <a:bodyPr/>
        <a:lstStyle/>
        <a:p>
          <a:endParaRPr lang="en-US"/>
        </a:p>
      </dgm:t>
    </dgm:pt>
    <dgm:pt modelId="{3EA4A661-D267-4986-A42B-CEC68C82D982}" type="sibTrans" cxnId="{411AB5B4-317A-432B-BB5C-D397E0249715}">
      <dgm:prSet/>
      <dgm:spPr/>
      <dgm:t>
        <a:bodyPr/>
        <a:lstStyle/>
        <a:p>
          <a:endParaRPr lang="en-US"/>
        </a:p>
      </dgm:t>
    </dgm:pt>
    <dgm:pt modelId="{C53D6ABD-C7FC-4826-A18F-1AB5DBC77FCB}">
      <dgm:prSet custT="1"/>
      <dgm:spPr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bg1"/>
              </a:solidFill>
            </a:rPr>
            <a:t>Accessibility: Empowers journalists, analysts, and citizens.</a:t>
          </a:r>
        </a:p>
      </dgm:t>
    </dgm:pt>
    <dgm:pt modelId="{BB49B156-AA3D-464E-B6A1-093B5BE874BC}" type="parTrans" cxnId="{989E6410-CEF6-4690-A182-ADB94092581D}">
      <dgm:prSet/>
      <dgm:spPr/>
      <dgm:t>
        <a:bodyPr/>
        <a:lstStyle/>
        <a:p>
          <a:endParaRPr lang="en-US"/>
        </a:p>
      </dgm:t>
    </dgm:pt>
    <dgm:pt modelId="{C5D2F36A-79D1-4A51-81D6-C364E2FD4101}" type="sibTrans" cxnId="{989E6410-CEF6-4690-A182-ADB94092581D}">
      <dgm:prSet/>
      <dgm:spPr/>
      <dgm:t>
        <a:bodyPr/>
        <a:lstStyle/>
        <a:p>
          <a:endParaRPr lang="en-US"/>
        </a:p>
      </dgm:t>
    </dgm:pt>
    <dgm:pt modelId="{8E4F784B-BBC2-4E86-85F0-F70D9A996A3F}">
      <dgm:prSet custT="1"/>
      <dgm:spPr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bg1"/>
              </a:solidFill>
            </a:rPr>
            <a:t>Analytical Depth: Reveals trends across 15 years.</a:t>
          </a:r>
        </a:p>
      </dgm:t>
    </dgm:pt>
    <dgm:pt modelId="{89CB8F1C-939F-472B-B6E4-913A4DDE489F}" type="parTrans" cxnId="{9F7E4925-BBC5-4C73-B7ED-E534CC5C3AF3}">
      <dgm:prSet/>
      <dgm:spPr/>
      <dgm:t>
        <a:bodyPr/>
        <a:lstStyle/>
        <a:p>
          <a:endParaRPr lang="en-US"/>
        </a:p>
      </dgm:t>
    </dgm:pt>
    <dgm:pt modelId="{6E0A1FD0-83C8-47AD-A147-9D00E9881CAB}" type="sibTrans" cxnId="{9F7E4925-BBC5-4C73-B7ED-E534CC5C3AF3}">
      <dgm:prSet/>
      <dgm:spPr/>
      <dgm:t>
        <a:bodyPr/>
        <a:lstStyle/>
        <a:p>
          <a:endParaRPr lang="en-US"/>
        </a:p>
      </dgm:t>
    </dgm:pt>
    <dgm:pt modelId="{4FDC2C39-BC94-4184-B97B-32503C330EDC}">
      <dgm:prSet custT="1"/>
      <dgm:spPr>
        <a:ln>
          <a:noFill/>
        </a:ln>
      </dgm:spPr>
      <dgm:t>
        <a:bodyPr/>
        <a:lstStyle/>
        <a:p>
          <a:pPr>
            <a:lnSpc>
              <a:spcPct val="100000"/>
            </a:lnSpc>
          </a:pPr>
          <a:r>
            <a:rPr lang="en-US" sz="1400">
              <a:solidFill>
                <a:schemeClr val="bg1"/>
              </a:solidFill>
            </a:rPr>
            <a:t>Data Democratization: Makes complex data transparent and explorable.</a:t>
          </a:r>
        </a:p>
      </dgm:t>
    </dgm:pt>
    <dgm:pt modelId="{20D85276-AC36-45F5-A179-C48AC43B7FA7}" type="parTrans" cxnId="{7A6C96A2-7CBF-470D-8C22-7A95E19761BA}">
      <dgm:prSet/>
      <dgm:spPr/>
      <dgm:t>
        <a:bodyPr/>
        <a:lstStyle/>
        <a:p>
          <a:endParaRPr lang="en-US"/>
        </a:p>
      </dgm:t>
    </dgm:pt>
    <dgm:pt modelId="{2AE773F7-738C-4F02-9B2D-97D719B7AA2D}" type="sibTrans" cxnId="{7A6C96A2-7CBF-470D-8C22-7A95E19761BA}">
      <dgm:prSet/>
      <dgm:spPr/>
      <dgm:t>
        <a:bodyPr/>
        <a:lstStyle/>
        <a:p>
          <a:endParaRPr lang="en-US"/>
        </a:p>
      </dgm:t>
    </dgm:pt>
    <dgm:pt modelId="{90E39B4D-3EAF-40C4-9CF6-1705D35C820C}" type="pres">
      <dgm:prSet presAssocID="{6A7AE81A-468A-470F-B463-76E33351D0D3}" presName="root" presStyleCnt="0">
        <dgm:presLayoutVars>
          <dgm:dir/>
          <dgm:resizeHandles val="exact"/>
        </dgm:presLayoutVars>
      </dgm:prSet>
      <dgm:spPr/>
    </dgm:pt>
    <dgm:pt modelId="{18607EC4-462D-4402-BC5D-37CA764EA0D5}" type="pres">
      <dgm:prSet presAssocID="{9C8FE8A0-EBC4-47A2-A962-B284243BA112}" presName="compNode" presStyleCnt="0"/>
      <dgm:spPr/>
    </dgm:pt>
    <dgm:pt modelId="{0681B148-B776-4FF6-8859-7ED5624F115C}" type="pres">
      <dgm:prSet presAssocID="{9C8FE8A0-EBC4-47A2-A962-B284243BA11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354B2E6F-AD8B-4C05-B5E9-840036BDA8FA}" type="pres">
      <dgm:prSet presAssocID="{9C8FE8A0-EBC4-47A2-A962-B284243BA112}" presName="spaceRect" presStyleCnt="0"/>
      <dgm:spPr/>
    </dgm:pt>
    <dgm:pt modelId="{54C8E1FC-60A8-484F-93E3-4BE2DF74A6AB}" type="pres">
      <dgm:prSet presAssocID="{9C8FE8A0-EBC4-47A2-A962-B284243BA112}" presName="textRect" presStyleLbl="revTx" presStyleIdx="0" presStyleCnt="5">
        <dgm:presLayoutVars>
          <dgm:chMax val="1"/>
          <dgm:chPref val="1"/>
        </dgm:presLayoutVars>
      </dgm:prSet>
      <dgm:spPr/>
    </dgm:pt>
    <dgm:pt modelId="{324089A1-3D33-4DFF-A2E9-94D28ACA1FA7}" type="pres">
      <dgm:prSet presAssocID="{64226096-0A71-4B94-AB07-B56A8E7C619D}" presName="sibTrans" presStyleCnt="0"/>
      <dgm:spPr/>
    </dgm:pt>
    <dgm:pt modelId="{831D5A2A-8ED2-4FC9-9FA2-CBE8F055BE25}" type="pres">
      <dgm:prSet presAssocID="{6586F36F-6E08-4DA1-974A-0477328EF4E4}" presName="compNode" presStyleCnt="0"/>
      <dgm:spPr/>
    </dgm:pt>
    <dgm:pt modelId="{9BCB3D9A-022C-4BD6-A5D7-795CD6FD27A7}" type="pres">
      <dgm:prSet presAssocID="{6586F36F-6E08-4DA1-974A-0477328EF4E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F2F5BBDF-3D7E-4BA5-A928-F91310074AA8}" type="pres">
      <dgm:prSet presAssocID="{6586F36F-6E08-4DA1-974A-0477328EF4E4}" presName="spaceRect" presStyleCnt="0"/>
      <dgm:spPr/>
    </dgm:pt>
    <dgm:pt modelId="{40A3071D-A334-4BBA-9BCE-58676B68425F}" type="pres">
      <dgm:prSet presAssocID="{6586F36F-6E08-4DA1-974A-0477328EF4E4}" presName="textRect" presStyleLbl="revTx" presStyleIdx="1" presStyleCnt="5">
        <dgm:presLayoutVars>
          <dgm:chMax val="1"/>
          <dgm:chPref val="1"/>
        </dgm:presLayoutVars>
      </dgm:prSet>
      <dgm:spPr/>
    </dgm:pt>
    <dgm:pt modelId="{4F4A6140-F67F-4B58-B792-E207E5590C23}" type="pres">
      <dgm:prSet presAssocID="{3EA4A661-D267-4986-A42B-CEC68C82D982}" presName="sibTrans" presStyleCnt="0"/>
      <dgm:spPr/>
    </dgm:pt>
    <dgm:pt modelId="{B4FEDE4D-B1DC-4510-B82B-92ACBC9E41EA}" type="pres">
      <dgm:prSet presAssocID="{C53D6ABD-C7FC-4826-A18F-1AB5DBC77FCB}" presName="compNode" presStyleCnt="0"/>
      <dgm:spPr/>
    </dgm:pt>
    <dgm:pt modelId="{6D5098E6-26C8-4FD5-9384-4E014A8FF2B4}" type="pres">
      <dgm:prSet presAssocID="{C53D6ABD-C7FC-4826-A18F-1AB5DBC77FC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362E0109-C4D8-4C56-A323-C020703DE94E}" type="pres">
      <dgm:prSet presAssocID="{C53D6ABD-C7FC-4826-A18F-1AB5DBC77FCB}" presName="spaceRect" presStyleCnt="0"/>
      <dgm:spPr/>
    </dgm:pt>
    <dgm:pt modelId="{5E67A020-BEA0-4BFB-AF3B-BC93622E6CE4}" type="pres">
      <dgm:prSet presAssocID="{C53D6ABD-C7FC-4826-A18F-1AB5DBC77FCB}" presName="textRect" presStyleLbl="revTx" presStyleIdx="2" presStyleCnt="5">
        <dgm:presLayoutVars>
          <dgm:chMax val="1"/>
          <dgm:chPref val="1"/>
        </dgm:presLayoutVars>
      </dgm:prSet>
      <dgm:spPr/>
    </dgm:pt>
    <dgm:pt modelId="{A71F0F6D-06A6-4C3B-93C0-7EDDC0E918C7}" type="pres">
      <dgm:prSet presAssocID="{C5D2F36A-79D1-4A51-81D6-C364E2FD4101}" presName="sibTrans" presStyleCnt="0"/>
      <dgm:spPr/>
    </dgm:pt>
    <dgm:pt modelId="{858807B2-D954-41B4-A1EF-9C4CECD0C619}" type="pres">
      <dgm:prSet presAssocID="{8E4F784B-BBC2-4E86-85F0-F70D9A996A3F}" presName="compNode" presStyleCnt="0"/>
      <dgm:spPr/>
    </dgm:pt>
    <dgm:pt modelId="{80E8BC20-6029-447A-86D3-93A08098B523}" type="pres">
      <dgm:prSet presAssocID="{8E4F784B-BBC2-4E86-85F0-F70D9A996A3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72968CE6-EC9A-4DA6-83A8-FF1AFD9CFA6A}" type="pres">
      <dgm:prSet presAssocID="{8E4F784B-BBC2-4E86-85F0-F70D9A996A3F}" presName="spaceRect" presStyleCnt="0"/>
      <dgm:spPr/>
    </dgm:pt>
    <dgm:pt modelId="{7A2960BB-AEA5-444F-9819-BBAC8BC99DC1}" type="pres">
      <dgm:prSet presAssocID="{8E4F784B-BBC2-4E86-85F0-F70D9A996A3F}" presName="textRect" presStyleLbl="revTx" presStyleIdx="3" presStyleCnt="5">
        <dgm:presLayoutVars>
          <dgm:chMax val="1"/>
          <dgm:chPref val="1"/>
        </dgm:presLayoutVars>
      </dgm:prSet>
      <dgm:spPr/>
    </dgm:pt>
    <dgm:pt modelId="{C9218F67-070E-4492-B37D-1A2BD7FF226D}" type="pres">
      <dgm:prSet presAssocID="{6E0A1FD0-83C8-47AD-A147-9D00E9881CAB}" presName="sibTrans" presStyleCnt="0"/>
      <dgm:spPr/>
    </dgm:pt>
    <dgm:pt modelId="{32F4ACD7-2679-4746-B4D0-5AB1BB8B980D}" type="pres">
      <dgm:prSet presAssocID="{4FDC2C39-BC94-4184-B97B-32503C330EDC}" presName="compNode" presStyleCnt="0"/>
      <dgm:spPr/>
    </dgm:pt>
    <dgm:pt modelId="{2DFCFB59-E879-45AE-BB1B-19842B30B66B}" type="pres">
      <dgm:prSet presAssocID="{4FDC2C39-BC94-4184-B97B-32503C330ED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02BF465-F384-4018-8EEB-D0461B225AC8}" type="pres">
      <dgm:prSet presAssocID="{4FDC2C39-BC94-4184-B97B-32503C330EDC}" presName="spaceRect" presStyleCnt="0"/>
      <dgm:spPr/>
    </dgm:pt>
    <dgm:pt modelId="{20274E0E-408C-4603-95FF-7387F5D969B9}" type="pres">
      <dgm:prSet presAssocID="{4FDC2C39-BC94-4184-B97B-32503C330ED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B426A01-806F-48E2-8A0B-3B8B682BCEDC}" srcId="{6A7AE81A-468A-470F-B463-76E33351D0D3}" destId="{9C8FE8A0-EBC4-47A2-A962-B284243BA112}" srcOrd="0" destOrd="0" parTransId="{9DFC15CB-E5F0-4074-B49A-B7508324E064}" sibTransId="{64226096-0A71-4B94-AB07-B56A8E7C619D}"/>
    <dgm:cxn modelId="{989E6410-CEF6-4690-A182-ADB94092581D}" srcId="{6A7AE81A-468A-470F-B463-76E33351D0D3}" destId="{C53D6ABD-C7FC-4826-A18F-1AB5DBC77FCB}" srcOrd="2" destOrd="0" parTransId="{BB49B156-AA3D-464E-B6A1-093B5BE874BC}" sibTransId="{C5D2F36A-79D1-4A51-81D6-C364E2FD4101}"/>
    <dgm:cxn modelId="{9F7E4925-BBC5-4C73-B7ED-E534CC5C3AF3}" srcId="{6A7AE81A-468A-470F-B463-76E33351D0D3}" destId="{8E4F784B-BBC2-4E86-85F0-F70D9A996A3F}" srcOrd="3" destOrd="0" parTransId="{89CB8F1C-939F-472B-B6E4-913A4DDE489F}" sibTransId="{6E0A1FD0-83C8-47AD-A147-9D00E9881CAB}"/>
    <dgm:cxn modelId="{A9FD8631-B7DE-4BA1-8818-CC1E9DE6D86D}" type="presOf" srcId="{8E4F784B-BBC2-4E86-85F0-F70D9A996A3F}" destId="{7A2960BB-AEA5-444F-9819-BBAC8BC99DC1}" srcOrd="0" destOrd="0" presId="urn:microsoft.com/office/officeart/2018/2/layout/IconLabelList"/>
    <dgm:cxn modelId="{9B80254C-62B9-4289-9759-02ABB829A6B5}" type="presOf" srcId="{4FDC2C39-BC94-4184-B97B-32503C330EDC}" destId="{20274E0E-408C-4603-95FF-7387F5D969B9}" srcOrd="0" destOrd="0" presId="urn:microsoft.com/office/officeart/2018/2/layout/IconLabelList"/>
    <dgm:cxn modelId="{B07C2151-100E-4683-928C-F7C137736A93}" type="presOf" srcId="{6A7AE81A-468A-470F-B463-76E33351D0D3}" destId="{90E39B4D-3EAF-40C4-9CF6-1705D35C820C}" srcOrd="0" destOrd="0" presId="urn:microsoft.com/office/officeart/2018/2/layout/IconLabelList"/>
    <dgm:cxn modelId="{42CDBF8E-D4A0-4654-AE78-9C04002B15F1}" type="presOf" srcId="{9C8FE8A0-EBC4-47A2-A962-B284243BA112}" destId="{54C8E1FC-60A8-484F-93E3-4BE2DF74A6AB}" srcOrd="0" destOrd="0" presId="urn:microsoft.com/office/officeart/2018/2/layout/IconLabelList"/>
    <dgm:cxn modelId="{5F2A79A1-3395-40C5-9F5C-83CB2F86B82C}" type="presOf" srcId="{C53D6ABD-C7FC-4826-A18F-1AB5DBC77FCB}" destId="{5E67A020-BEA0-4BFB-AF3B-BC93622E6CE4}" srcOrd="0" destOrd="0" presId="urn:microsoft.com/office/officeart/2018/2/layout/IconLabelList"/>
    <dgm:cxn modelId="{7A6C96A2-7CBF-470D-8C22-7A95E19761BA}" srcId="{6A7AE81A-468A-470F-B463-76E33351D0D3}" destId="{4FDC2C39-BC94-4184-B97B-32503C330EDC}" srcOrd="4" destOrd="0" parTransId="{20D85276-AC36-45F5-A179-C48AC43B7FA7}" sibTransId="{2AE773F7-738C-4F02-9B2D-97D719B7AA2D}"/>
    <dgm:cxn modelId="{411AB5B4-317A-432B-BB5C-D397E0249715}" srcId="{6A7AE81A-468A-470F-B463-76E33351D0D3}" destId="{6586F36F-6E08-4DA1-974A-0477328EF4E4}" srcOrd="1" destOrd="0" parTransId="{DE754212-6CD9-4E5B-AF71-091C3C920586}" sibTransId="{3EA4A661-D267-4986-A42B-CEC68C82D982}"/>
    <dgm:cxn modelId="{D8AD96CE-FA74-49DE-B4E9-1FACFDA8D8D4}" type="presOf" srcId="{6586F36F-6E08-4DA1-974A-0477328EF4E4}" destId="{40A3071D-A334-4BBA-9BCE-58676B68425F}" srcOrd="0" destOrd="0" presId="urn:microsoft.com/office/officeart/2018/2/layout/IconLabelList"/>
    <dgm:cxn modelId="{9E8FDC07-EC37-468D-934F-3E194657EAE0}" type="presParOf" srcId="{90E39B4D-3EAF-40C4-9CF6-1705D35C820C}" destId="{18607EC4-462D-4402-BC5D-37CA764EA0D5}" srcOrd="0" destOrd="0" presId="urn:microsoft.com/office/officeart/2018/2/layout/IconLabelList"/>
    <dgm:cxn modelId="{C438CF61-F368-4C93-A4A0-1EF64F363EB7}" type="presParOf" srcId="{18607EC4-462D-4402-BC5D-37CA764EA0D5}" destId="{0681B148-B776-4FF6-8859-7ED5624F115C}" srcOrd="0" destOrd="0" presId="urn:microsoft.com/office/officeart/2018/2/layout/IconLabelList"/>
    <dgm:cxn modelId="{2281FBD7-EE9A-428F-B7A0-1EB1B07C2DDF}" type="presParOf" srcId="{18607EC4-462D-4402-BC5D-37CA764EA0D5}" destId="{354B2E6F-AD8B-4C05-B5E9-840036BDA8FA}" srcOrd="1" destOrd="0" presId="urn:microsoft.com/office/officeart/2018/2/layout/IconLabelList"/>
    <dgm:cxn modelId="{737D69B1-1AB4-4803-928F-78119682F214}" type="presParOf" srcId="{18607EC4-462D-4402-BC5D-37CA764EA0D5}" destId="{54C8E1FC-60A8-484F-93E3-4BE2DF74A6AB}" srcOrd="2" destOrd="0" presId="urn:microsoft.com/office/officeart/2018/2/layout/IconLabelList"/>
    <dgm:cxn modelId="{D4285A8E-9970-4459-ACEB-542EA8550748}" type="presParOf" srcId="{90E39B4D-3EAF-40C4-9CF6-1705D35C820C}" destId="{324089A1-3D33-4DFF-A2E9-94D28ACA1FA7}" srcOrd="1" destOrd="0" presId="urn:microsoft.com/office/officeart/2018/2/layout/IconLabelList"/>
    <dgm:cxn modelId="{51AF6A5F-AD9E-4227-AB95-313C45A3AEA2}" type="presParOf" srcId="{90E39B4D-3EAF-40C4-9CF6-1705D35C820C}" destId="{831D5A2A-8ED2-4FC9-9FA2-CBE8F055BE25}" srcOrd="2" destOrd="0" presId="urn:microsoft.com/office/officeart/2018/2/layout/IconLabelList"/>
    <dgm:cxn modelId="{EFDC3483-7745-4219-A7D0-C97C68CE3B8C}" type="presParOf" srcId="{831D5A2A-8ED2-4FC9-9FA2-CBE8F055BE25}" destId="{9BCB3D9A-022C-4BD6-A5D7-795CD6FD27A7}" srcOrd="0" destOrd="0" presId="urn:microsoft.com/office/officeart/2018/2/layout/IconLabelList"/>
    <dgm:cxn modelId="{CA414136-74C0-4AE1-AC5F-B4C5BD5D5C56}" type="presParOf" srcId="{831D5A2A-8ED2-4FC9-9FA2-CBE8F055BE25}" destId="{F2F5BBDF-3D7E-4BA5-A928-F91310074AA8}" srcOrd="1" destOrd="0" presId="urn:microsoft.com/office/officeart/2018/2/layout/IconLabelList"/>
    <dgm:cxn modelId="{B96346F0-1A7F-4AA1-9DD7-D29124F77C03}" type="presParOf" srcId="{831D5A2A-8ED2-4FC9-9FA2-CBE8F055BE25}" destId="{40A3071D-A334-4BBA-9BCE-58676B68425F}" srcOrd="2" destOrd="0" presId="urn:microsoft.com/office/officeart/2018/2/layout/IconLabelList"/>
    <dgm:cxn modelId="{8EAC44E9-4307-4537-A114-AB0E78A2A7AA}" type="presParOf" srcId="{90E39B4D-3EAF-40C4-9CF6-1705D35C820C}" destId="{4F4A6140-F67F-4B58-B792-E207E5590C23}" srcOrd="3" destOrd="0" presId="urn:microsoft.com/office/officeart/2018/2/layout/IconLabelList"/>
    <dgm:cxn modelId="{0635F634-10FA-414E-8FFB-0733A14C74C5}" type="presParOf" srcId="{90E39B4D-3EAF-40C4-9CF6-1705D35C820C}" destId="{B4FEDE4D-B1DC-4510-B82B-92ACBC9E41EA}" srcOrd="4" destOrd="0" presId="urn:microsoft.com/office/officeart/2018/2/layout/IconLabelList"/>
    <dgm:cxn modelId="{1C38C0E0-205E-400A-8828-490DBF8C3ABC}" type="presParOf" srcId="{B4FEDE4D-B1DC-4510-B82B-92ACBC9E41EA}" destId="{6D5098E6-26C8-4FD5-9384-4E014A8FF2B4}" srcOrd="0" destOrd="0" presId="urn:microsoft.com/office/officeart/2018/2/layout/IconLabelList"/>
    <dgm:cxn modelId="{CC0A3F31-B684-4B6B-A44E-ADB80BDD55AA}" type="presParOf" srcId="{B4FEDE4D-B1DC-4510-B82B-92ACBC9E41EA}" destId="{362E0109-C4D8-4C56-A323-C020703DE94E}" srcOrd="1" destOrd="0" presId="urn:microsoft.com/office/officeart/2018/2/layout/IconLabelList"/>
    <dgm:cxn modelId="{7967FBB5-5FD9-4D61-A2AE-B584E1C29F9D}" type="presParOf" srcId="{B4FEDE4D-B1DC-4510-B82B-92ACBC9E41EA}" destId="{5E67A020-BEA0-4BFB-AF3B-BC93622E6CE4}" srcOrd="2" destOrd="0" presId="urn:microsoft.com/office/officeart/2018/2/layout/IconLabelList"/>
    <dgm:cxn modelId="{73421F33-15B8-45B1-AD16-4DF1CE7D7678}" type="presParOf" srcId="{90E39B4D-3EAF-40C4-9CF6-1705D35C820C}" destId="{A71F0F6D-06A6-4C3B-93C0-7EDDC0E918C7}" srcOrd="5" destOrd="0" presId="urn:microsoft.com/office/officeart/2018/2/layout/IconLabelList"/>
    <dgm:cxn modelId="{EFE9FE50-1FC5-44F1-9917-4C48C92DCE26}" type="presParOf" srcId="{90E39B4D-3EAF-40C4-9CF6-1705D35C820C}" destId="{858807B2-D954-41B4-A1EF-9C4CECD0C619}" srcOrd="6" destOrd="0" presId="urn:microsoft.com/office/officeart/2018/2/layout/IconLabelList"/>
    <dgm:cxn modelId="{AE998B61-0AD6-4297-9C88-8033A6D93FA3}" type="presParOf" srcId="{858807B2-D954-41B4-A1EF-9C4CECD0C619}" destId="{80E8BC20-6029-447A-86D3-93A08098B523}" srcOrd="0" destOrd="0" presId="urn:microsoft.com/office/officeart/2018/2/layout/IconLabelList"/>
    <dgm:cxn modelId="{385BB511-7822-461F-988A-0B4D79516C18}" type="presParOf" srcId="{858807B2-D954-41B4-A1EF-9C4CECD0C619}" destId="{72968CE6-EC9A-4DA6-83A8-FF1AFD9CFA6A}" srcOrd="1" destOrd="0" presId="urn:microsoft.com/office/officeart/2018/2/layout/IconLabelList"/>
    <dgm:cxn modelId="{8CD952D4-2356-4177-A042-C25A0B875CA3}" type="presParOf" srcId="{858807B2-D954-41B4-A1EF-9C4CECD0C619}" destId="{7A2960BB-AEA5-444F-9819-BBAC8BC99DC1}" srcOrd="2" destOrd="0" presId="urn:microsoft.com/office/officeart/2018/2/layout/IconLabelList"/>
    <dgm:cxn modelId="{6DE69794-A0AF-48AC-9867-D5BB4C35BF80}" type="presParOf" srcId="{90E39B4D-3EAF-40C4-9CF6-1705D35C820C}" destId="{C9218F67-070E-4492-B37D-1A2BD7FF226D}" srcOrd="7" destOrd="0" presId="urn:microsoft.com/office/officeart/2018/2/layout/IconLabelList"/>
    <dgm:cxn modelId="{59A607AD-4FC0-493C-A5BA-9E5BBDAA5FC1}" type="presParOf" srcId="{90E39B4D-3EAF-40C4-9CF6-1705D35C820C}" destId="{32F4ACD7-2679-4746-B4D0-5AB1BB8B980D}" srcOrd="8" destOrd="0" presId="urn:microsoft.com/office/officeart/2018/2/layout/IconLabelList"/>
    <dgm:cxn modelId="{BCA4FBAC-4747-467B-BDE4-FFE17B0D200A}" type="presParOf" srcId="{32F4ACD7-2679-4746-B4D0-5AB1BB8B980D}" destId="{2DFCFB59-E879-45AE-BB1B-19842B30B66B}" srcOrd="0" destOrd="0" presId="urn:microsoft.com/office/officeart/2018/2/layout/IconLabelList"/>
    <dgm:cxn modelId="{5A767B12-BFF7-405A-98EC-C10E7AB978CC}" type="presParOf" srcId="{32F4ACD7-2679-4746-B4D0-5AB1BB8B980D}" destId="{302BF465-F384-4018-8EEB-D0461B225AC8}" srcOrd="1" destOrd="0" presId="urn:microsoft.com/office/officeart/2018/2/layout/IconLabelList"/>
    <dgm:cxn modelId="{DBAA653F-AF42-4CE0-98B8-EB7CB0E26414}" type="presParOf" srcId="{32F4ACD7-2679-4746-B4D0-5AB1BB8B980D}" destId="{20274E0E-408C-4603-95FF-7387F5D969B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F7A9D79-5AA1-459A-911B-4EFA32EC7257}" type="doc">
      <dgm:prSet loTypeId="urn:microsoft.com/office/officeart/2018/2/layout/IconCircleList" loCatId="icon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C4D6C3F-F450-4354-9A3E-07433E7EA9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Pre-2009 Integration: Add legacy election data with delimitation mapping.</a:t>
          </a:r>
        </a:p>
      </dgm:t>
    </dgm:pt>
    <dgm:pt modelId="{8C8D6650-8FE4-4095-8B39-7F0F16F602B9}" type="parTrans" cxnId="{F700F51A-7885-49A9-9291-8D985600C197}">
      <dgm:prSet/>
      <dgm:spPr/>
      <dgm:t>
        <a:bodyPr/>
        <a:lstStyle/>
        <a:p>
          <a:endParaRPr lang="en-US"/>
        </a:p>
      </dgm:t>
    </dgm:pt>
    <dgm:pt modelId="{7464C5D8-2DD2-442A-BD87-1393565B2E59}" type="sibTrans" cxnId="{F700F51A-7885-49A9-9291-8D985600C19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F1E2A9-CF04-4804-8A6F-D9F4EE95E4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bg1"/>
              </a:solidFill>
            </a:rPr>
            <a:t>Socio-Economic Layer: Combine with Census or literacy data.</a:t>
          </a:r>
        </a:p>
      </dgm:t>
    </dgm:pt>
    <dgm:pt modelId="{1E1BAC12-01AB-4B37-AF11-DB1E7BE6BEC3}" type="parTrans" cxnId="{72784E04-7EB0-493B-9E76-60370A80211F}">
      <dgm:prSet/>
      <dgm:spPr/>
      <dgm:t>
        <a:bodyPr/>
        <a:lstStyle/>
        <a:p>
          <a:endParaRPr lang="en-US"/>
        </a:p>
      </dgm:t>
    </dgm:pt>
    <dgm:pt modelId="{E36A0078-7D3E-48D7-AD01-448B499F581B}" type="sibTrans" cxnId="{72784E04-7EB0-493B-9E76-60370A80211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F8DB5F-7E17-44A6-A55E-F8E61B88B1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bg1"/>
              </a:solidFill>
            </a:rPr>
            <a:t>Real-Time Mode: Live data feed for upcoming elections.</a:t>
          </a:r>
        </a:p>
      </dgm:t>
    </dgm:pt>
    <dgm:pt modelId="{CB0EAE6C-8AC1-4A6D-BFAD-DBE7CADC356E}" type="parTrans" cxnId="{3BFBAC0A-EDB0-467F-98F2-315C35F96500}">
      <dgm:prSet/>
      <dgm:spPr/>
      <dgm:t>
        <a:bodyPr/>
        <a:lstStyle/>
        <a:p>
          <a:endParaRPr lang="en-US"/>
        </a:p>
      </dgm:t>
    </dgm:pt>
    <dgm:pt modelId="{35687E7F-E95E-43B2-9443-DA3DCF3887FD}" type="sibTrans" cxnId="{3BFBAC0A-EDB0-467F-98F2-315C35F965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78B086-3993-4773-A8C1-197F8669B6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bg1"/>
              </a:solidFill>
            </a:rPr>
            <a:t>Vision: Transform ElectViz into a comprehensive, real-time election intelligence system.</a:t>
          </a:r>
        </a:p>
      </dgm:t>
    </dgm:pt>
    <dgm:pt modelId="{A7D08CD5-57E0-4D2D-9CDF-A777B71A281C}" type="parTrans" cxnId="{1CF5C9C0-AF74-42DC-89C7-466B7D453597}">
      <dgm:prSet/>
      <dgm:spPr/>
      <dgm:t>
        <a:bodyPr/>
        <a:lstStyle/>
        <a:p>
          <a:endParaRPr lang="en-US"/>
        </a:p>
      </dgm:t>
    </dgm:pt>
    <dgm:pt modelId="{8E63592A-A44A-4B2E-931C-00FB90692C8D}" type="sibTrans" cxnId="{1CF5C9C0-AF74-42DC-89C7-466B7D453597}">
      <dgm:prSet/>
      <dgm:spPr/>
      <dgm:t>
        <a:bodyPr/>
        <a:lstStyle/>
        <a:p>
          <a:endParaRPr lang="en-US"/>
        </a:p>
      </dgm:t>
    </dgm:pt>
    <dgm:pt modelId="{AE5855E3-C64C-4574-B651-1EA6C1682262}" type="pres">
      <dgm:prSet presAssocID="{DF7A9D79-5AA1-459A-911B-4EFA32EC7257}" presName="root" presStyleCnt="0">
        <dgm:presLayoutVars>
          <dgm:dir/>
          <dgm:resizeHandles val="exact"/>
        </dgm:presLayoutVars>
      </dgm:prSet>
      <dgm:spPr/>
    </dgm:pt>
    <dgm:pt modelId="{762AA069-3199-4A65-8F46-A5B912401B0B}" type="pres">
      <dgm:prSet presAssocID="{DF7A9D79-5AA1-459A-911B-4EFA32EC7257}" presName="container" presStyleCnt="0">
        <dgm:presLayoutVars>
          <dgm:dir/>
          <dgm:resizeHandles val="exact"/>
        </dgm:presLayoutVars>
      </dgm:prSet>
      <dgm:spPr/>
    </dgm:pt>
    <dgm:pt modelId="{20C76AA0-9FBC-48B3-995C-3C6D24A96D1B}" type="pres">
      <dgm:prSet presAssocID="{8C4D6C3F-F450-4354-9A3E-07433E7EA9CF}" presName="compNode" presStyleCnt="0"/>
      <dgm:spPr/>
    </dgm:pt>
    <dgm:pt modelId="{00118233-038C-4E01-8330-26BE87C1710C}" type="pres">
      <dgm:prSet presAssocID="{8C4D6C3F-F450-4354-9A3E-07433E7EA9CF}" presName="iconBgRect" presStyleLbl="bgShp" presStyleIdx="0" presStyleCnt="4" custLinFactNeighborX="2222"/>
      <dgm:spPr/>
    </dgm:pt>
    <dgm:pt modelId="{F54E809B-500B-4C22-BDC8-A2B8F715075A}" type="pres">
      <dgm:prSet presAssocID="{8C4D6C3F-F450-4354-9A3E-07433E7EA9C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BC56F8C-27FE-49ED-A1E6-3D8577733256}" type="pres">
      <dgm:prSet presAssocID="{8C4D6C3F-F450-4354-9A3E-07433E7EA9CF}" presName="spaceRect" presStyleCnt="0"/>
      <dgm:spPr/>
    </dgm:pt>
    <dgm:pt modelId="{584AE10C-6318-466C-B8AC-88435F9B9F98}" type="pres">
      <dgm:prSet presAssocID="{8C4D6C3F-F450-4354-9A3E-07433E7EA9CF}" presName="textRect" presStyleLbl="revTx" presStyleIdx="0" presStyleCnt="4">
        <dgm:presLayoutVars>
          <dgm:chMax val="1"/>
          <dgm:chPref val="1"/>
        </dgm:presLayoutVars>
      </dgm:prSet>
      <dgm:spPr/>
    </dgm:pt>
    <dgm:pt modelId="{E2E36052-288D-43D0-918C-6D359CF83126}" type="pres">
      <dgm:prSet presAssocID="{7464C5D8-2DD2-442A-BD87-1393565B2E59}" presName="sibTrans" presStyleLbl="sibTrans2D1" presStyleIdx="0" presStyleCnt="0"/>
      <dgm:spPr/>
    </dgm:pt>
    <dgm:pt modelId="{09DC40F6-F3AE-464C-A09E-90F54C65215A}" type="pres">
      <dgm:prSet presAssocID="{07F1E2A9-CF04-4804-8A6F-D9F4EE95E454}" presName="compNode" presStyleCnt="0"/>
      <dgm:spPr/>
    </dgm:pt>
    <dgm:pt modelId="{B08A9D77-989E-4E26-AB51-77B9FA7A5E48}" type="pres">
      <dgm:prSet presAssocID="{07F1E2A9-CF04-4804-8A6F-D9F4EE95E454}" presName="iconBgRect" presStyleLbl="bgShp" presStyleIdx="1" presStyleCnt="4"/>
      <dgm:spPr/>
    </dgm:pt>
    <dgm:pt modelId="{D95E77AC-B762-429A-AF93-634394F7A03D}" type="pres">
      <dgm:prSet presAssocID="{07F1E2A9-CF04-4804-8A6F-D9F4EE95E4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3F59222-ABD6-4E34-9189-8F1EAB1144B5}" type="pres">
      <dgm:prSet presAssocID="{07F1E2A9-CF04-4804-8A6F-D9F4EE95E454}" presName="spaceRect" presStyleCnt="0"/>
      <dgm:spPr/>
    </dgm:pt>
    <dgm:pt modelId="{0F63B356-BCC6-4525-883E-83755919049F}" type="pres">
      <dgm:prSet presAssocID="{07F1E2A9-CF04-4804-8A6F-D9F4EE95E454}" presName="textRect" presStyleLbl="revTx" presStyleIdx="1" presStyleCnt="4">
        <dgm:presLayoutVars>
          <dgm:chMax val="1"/>
          <dgm:chPref val="1"/>
        </dgm:presLayoutVars>
      </dgm:prSet>
      <dgm:spPr/>
    </dgm:pt>
    <dgm:pt modelId="{FB794D55-D0A3-4CDE-974F-B892FC811C16}" type="pres">
      <dgm:prSet presAssocID="{E36A0078-7D3E-48D7-AD01-448B499F581B}" presName="sibTrans" presStyleLbl="sibTrans2D1" presStyleIdx="0" presStyleCnt="0"/>
      <dgm:spPr/>
    </dgm:pt>
    <dgm:pt modelId="{4B69DC78-97C4-49DA-9CE9-D1D2E7675423}" type="pres">
      <dgm:prSet presAssocID="{3DF8DB5F-7E17-44A6-A55E-F8E61B88B14D}" presName="compNode" presStyleCnt="0"/>
      <dgm:spPr/>
    </dgm:pt>
    <dgm:pt modelId="{40920CA6-EFAF-4D02-BD10-002C57E30E0E}" type="pres">
      <dgm:prSet presAssocID="{3DF8DB5F-7E17-44A6-A55E-F8E61B88B14D}" presName="iconBgRect" presStyleLbl="bgShp" presStyleIdx="2" presStyleCnt="4"/>
      <dgm:spPr/>
    </dgm:pt>
    <dgm:pt modelId="{941F62F3-9FCD-4F25-AA10-28A063F6D61E}" type="pres">
      <dgm:prSet presAssocID="{3DF8DB5F-7E17-44A6-A55E-F8E61B88B14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772ABF88-FC21-4AE1-8A2E-A20524176AED}" type="pres">
      <dgm:prSet presAssocID="{3DF8DB5F-7E17-44A6-A55E-F8E61B88B14D}" presName="spaceRect" presStyleCnt="0"/>
      <dgm:spPr/>
    </dgm:pt>
    <dgm:pt modelId="{6E430FB2-AE19-4392-8B46-49B53C19637F}" type="pres">
      <dgm:prSet presAssocID="{3DF8DB5F-7E17-44A6-A55E-F8E61B88B14D}" presName="textRect" presStyleLbl="revTx" presStyleIdx="2" presStyleCnt="4">
        <dgm:presLayoutVars>
          <dgm:chMax val="1"/>
          <dgm:chPref val="1"/>
        </dgm:presLayoutVars>
      </dgm:prSet>
      <dgm:spPr/>
    </dgm:pt>
    <dgm:pt modelId="{FCB4B3CB-483B-45F7-AFD6-3BC574175375}" type="pres">
      <dgm:prSet presAssocID="{35687E7F-E95E-43B2-9443-DA3DCF3887FD}" presName="sibTrans" presStyleLbl="sibTrans2D1" presStyleIdx="0" presStyleCnt="0"/>
      <dgm:spPr/>
    </dgm:pt>
    <dgm:pt modelId="{ED69EFB9-0B7A-4174-B852-338659C48BAE}" type="pres">
      <dgm:prSet presAssocID="{1478B086-3993-4773-A8C1-197F8669B60B}" presName="compNode" presStyleCnt="0"/>
      <dgm:spPr/>
    </dgm:pt>
    <dgm:pt modelId="{202FD837-D6A9-4313-A4A2-42CE667066A9}" type="pres">
      <dgm:prSet presAssocID="{1478B086-3993-4773-A8C1-197F8669B60B}" presName="iconBgRect" presStyleLbl="bgShp" presStyleIdx="3" presStyleCnt="4"/>
      <dgm:spPr/>
    </dgm:pt>
    <dgm:pt modelId="{E0408A8C-A949-41DE-B880-6058E32E2536}" type="pres">
      <dgm:prSet presAssocID="{1478B086-3993-4773-A8C1-197F8669B60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BE560442-83EE-4E97-9B1B-5C6F4CA47F0B}" type="pres">
      <dgm:prSet presAssocID="{1478B086-3993-4773-A8C1-197F8669B60B}" presName="spaceRect" presStyleCnt="0"/>
      <dgm:spPr/>
    </dgm:pt>
    <dgm:pt modelId="{E10D0927-31D0-4A81-A761-A94BA8A22F01}" type="pres">
      <dgm:prSet presAssocID="{1478B086-3993-4773-A8C1-197F8669B6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2784E04-7EB0-493B-9E76-60370A80211F}" srcId="{DF7A9D79-5AA1-459A-911B-4EFA32EC7257}" destId="{07F1E2A9-CF04-4804-8A6F-D9F4EE95E454}" srcOrd="1" destOrd="0" parTransId="{1E1BAC12-01AB-4B37-AF11-DB1E7BE6BEC3}" sibTransId="{E36A0078-7D3E-48D7-AD01-448B499F581B}"/>
    <dgm:cxn modelId="{3BFBAC0A-EDB0-467F-98F2-315C35F96500}" srcId="{DF7A9D79-5AA1-459A-911B-4EFA32EC7257}" destId="{3DF8DB5F-7E17-44A6-A55E-F8E61B88B14D}" srcOrd="2" destOrd="0" parTransId="{CB0EAE6C-8AC1-4A6D-BFAD-DBE7CADC356E}" sibTransId="{35687E7F-E95E-43B2-9443-DA3DCF3887FD}"/>
    <dgm:cxn modelId="{F700F51A-7885-49A9-9291-8D985600C197}" srcId="{DF7A9D79-5AA1-459A-911B-4EFA32EC7257}" destId="{8C4D6C3F-F450-4354-9A3E-07433E7EA9CF}" srcOrd="0" destOrd="0" parTransId="{8C8D6650-8FE4-4095-8B39-7F0F16F602B9}" sibTransId="{7464C5D8-2DD2-442A-BD87-1393565B2E59}"/>
    <dgm:cxn modelId="{99A96941-B0E2-4887-AD2C-0D12135AE733}" type="presOf" srcId="{DF7A9D79-5AA1-459A-911B-4EFA32EC7257}" destId="{AE5855E3-C64C-4574-B651-1EA6C1682262}" srcOrd="0" destOrd="0" presId="urn:microsoft.com/office/officeart/2018/2/layout/IconCircleList"/>
    <dgm:cxn modelId="{6065CA4C-8EC7-4223-81E2-44E30F06690A}" type="presOf" srcId="{7464C5D8-2DD2-442A-BD87-1393565B2E59}" destId="{E2E36052-288D-43D0-918C-6D359CF83126}" srcOrd="0" destOrd="0" presId="urn:microsoft.com/office/officeart/2018/2/layout/IconCircleList"/>
    <dgm:cxn modelId="{89DCB07A-2EE7-4F9E-8FAD-DDF59FD64207}" type="presOf" srcId="{8C4D6C3F-F450-4354-9A3E-07433E7EA9CF}" destId="{584AE10C-6318-466C-B8AC-88435F9B9F98}" srcOrd="0" destOrd="0" presId="urn:microsoft.com/office/officeart/2018/2/layout/IconCircleList"/>
    <dgm:cxn modelId="{A4D4F4B5-7ABA-42A8-B263-0C80F7DE2660}" type="presOf" srcId="{35687E7F-E95E-43B2-9443-DA3DCF3887FD}" destId="{FCB4B3CB-483B-45F7-AFD6-3BC574175375}" srcOrd="0" destOrd="0" presId="urn:microsoft.com/office/officeart/2018/2/layout/IconCircleList"/>
    <dgm:cxn modelId="{240D55B7-83F4-4610-931A-5886DC3B73F8}" type="presOf" srcId="{1478B086-3993-4773-A8C1-197F8669B60B}" destId="{E10D0927-31D0-4A81-A761-A94BA8A22F01}" srcOrd="0" destOrd="0" presId="urn:microsoft.com/office/officeart/2018/2/layout/IconCircleList"/>
    <dgm:cxn modelId="{1CF5C9C0-AF74-42DC-89C7-466B7D453597}" srcId="{DF7A9D79-5AA1-459A-911B-4EFA32EC7257}" destId="{1478B086-3993-4773-A8C1-197F8669B60B}" srcOrd="3" destOrd="0" parTransId="{A7D08CD5-57E0-4D2D-9CDF-A777B71A281C}" sibTransId="{8E63592A-A44A-4B2E-931C-00FB90692C8D}"/>
    <dgm:cxn modelId="{2FBAABCA-5F02-49C7-9EB7-4F27E8396709}" type="presOf" srcId="{3DF8DB5F-7E17-44A6-A55E-F8E61B88B14D}" destId="{6E430FB2-AE19-4392-8B46-49B53C19637F}" srcOrd="0" destOrd="0" presId="urn:microsoft.com/office/officeart/2018/2/layout/IconCircleList"/>
    <dgm:cxn modelId="{1F16ECD3-F664-4AE3-A179-A2B216374818}" type="presOf" srcId="{E36A0078-7D3E-48D7-AD01-448B499F581B}" destId="{FB794D55-D0A3-4CDE-974F-B892FC811C16}" srcOrd="0" destOrd="0" presId="urn:microsoft.com/office/officeart/2018/2/layout/IconCircleList"/>
    <dgm:cxn modelId="{151827E7-CCDA-4A81-AE74-2AD763636E94}" type="presOf" srcId="{07F1E2A9-CF04-4804-8A6F-D9F4EE95E454}" destId="{0F63B356-BCC6-4525-883E-83755919049F}" srcOrd="0" destOrd="0" presId="urn:microsoft.com/office/officeart/2018/2/layout/IconCircleList"/>
    <dgm:cxn modelId="{00E8BB27-2A08-4687-ACD1-9847425774D9}" type="presParOf" srcId="{AE5855E3-C64C-4574-B651-1EA6C1682262}" destId="{762AA069-3199-4A65-8F46-A5B912401B0B}" srcOrd="0" destOrd="0" presId="urn:microsoft.com/office/officeart/2018/2/layout/IconCircleList"/>
    <dgm:cxn modelId="{6B644AC4-904B-4E7D-85BD-18C8603EEA3D}" type="presParOf" srcId="{762AA069-3199-4A65-8F46-A5B912401B0B}" destId="{20C76AA0-9FBC-48B3-995C-3C6D24A96D1B}" srcOrd="0" destOrd="0" presId="urn:microsoft.com/office/officeart/2018/2/layout/IconCircleList"/>
    <dgm:cxn modelId="{ED62E657-44F5-4F2D-9B33-3F308AECE8CD}" type="presParOf" srcId="{20C76AA0-9FBC-48B3-995C-3C6D24A96D1B}" destId="{00118233-038C-4E01-8330-26BE87C1710C}" srcOrd="0" destOrd="0" presId="urn:microsoft.com/office/officeart/2018/2/layout/IconCircleList"/>
    <dgm:cxn modelId="{EFCDF429-B8CA-4776-A2FB-37D39E31B01B}" type="presParOf" srcId="{20C76AA0-9FBC-48B3-995C-3C6D24A96D1B}" destId="{F54E809B-500B-4C22-BDC8-A2B8F715075A}" srcOrd="1" destOrd="0" presId="urn:microsoft.com/office/officeart/2018/2/layout/IconCircleList"/>
    <dgm:cxn modelId="{B66C5FBE-1C0B-4D73-AC1A-3F75F9A8314B}" type="presParOf" srcId="{20C76AA0-9FBC-48B3-995C-3C6D24A96D1B}" destId="{3BC56F8C-27FE-49ED-A1E6-3D8577733256}" srcOrd="2" destOrd="0" presId="urn:microsoft.com/office/officeart/2018/2/layout/IconCircleList"/>
    <dgm:cxn modelId="{B11E1F78-5E42-4C5A-B672-A58DF54E0999}" type="presParOf" srcId="{20C76AA0-9FBC-48B3-995C-3C6D24A96D1B}" destId="{584AE10C-6318-466C-B8AC-88435F9B9F98}" srcOrd="3" destOrd="0" presId="urn:microsoft.com/office/officeart/2018/2/layout/IconCircleList"/>
    <dgm:cxn modelId="{757A4C2A-C350-4AFB-839A-0FA1838A81B7}" type="presParOf" srcId="{762AA069-3199-4A65-8F46-A5B912401B0B}" destId="{E2E36052-288D-43D0-918C-6D359CF83126}" srcOrd="1" destOrd="0" presId="urn:microsoft.com/office/officeart/2018/2/layout/IconCircleList"/>
    <dgm:cxn modelId="{46E0734C-C7AF-4D41-B32D-05715482C52A}" type="presParOf" srcId="{762AA069-3199-4A65-8F46-A5B912401B0B}" destId="{09DC40F6-F3AE-464C-A09E-90F54C65215A}" srcOrd="2" destOrd="0" presId="urn:microsoft.com/office/officeart/2018/2/layout/IconCircleList"/>
    <dgm:cxn modelId="{392E3955-2091-4099-BC04-9D8CF13D8F89}" type="presParOf" srcId="{09DC40F6-F3AE-464C-A09E-90F54C65215A}" destId="{B08A9D77-989E-4E26-AB51-77B9FA7A5E48}" srcOrd="0" destOrd="0" presId="urn:microsoft.com/office/officeart/2018/2/layout/IconCircleList"/>
    <dgm:cxn modelId="{701D47A4-B05C-4921-ADF2-A07AA94ACC1C}" type="presParOf" srcId="{09DC40F6-F3AE-464C-A09E-90F54C65215A}" destId="{D95E77AC-B762-429A-AF93-634394F7A03D}" srcOrd="1" destOrd="0" presId="urn:microsoft.com/office/officeart/2018/2/layout/IconCircleList"/>
    <dgm:cxn modelId="{756D7136-DA2E-4865-BE23-1807227164FC}" type="presParOf" srcId="{09DC40F6-F3AE-464C-A09E-90F54C65215A}" destId="{D3F59222-ABD6-4E34-9189-8F1EAB1144B5}" srcOrd="2" destOrd="0" presId="urn:microsoft.com/office/officeart/2018/2/layout/IconCircleList"/>
    <dgm:cxn modelId="{8C70DFE7-EECF-4786-A8B8-38AA8C89F8E6}" type="presParOf" srcId="{09DC40F6-F3AE-464C-A09E-90F54C65215A}" destId="{0F63B356-BCC6-4525-883E-83755919049F}" srcOrd="3" destOrd="0" presId="urn:microsoft.com/office/officeart/2018/2/layout/IconCircleList"/>
    <dgm:cxn modelId="{776E7AA3-21C4-4B37-BCD9-C895890242CA}" type="presParOf" srcId="{762AA069-3199-4A65-8F46-A5B912401B0B}" destId="{FB794D55-D0A3-4CDE-974F-B892FC811C16}" srcOrd="3" destOrd="0" presId="urn:microsoft.com/office/officeart/2018/2/layout/IconCircleList"/>
    <dgm:cxn modelId="{818532E2-4E68-4B4C-8D89-44F8BA326519}" type="presParOf" srcId="{762AA069-3199-4A65-8F46-A5B912401B0B}" destId="{4B69DC78-97C4-49DA-9CE9-D1D2E7675423}" srcOrd="4" destOrd="0" presId="urn:microsoft.com/office/officeart/2018/2/layout/IconCircleList"/>
    <dgm:cxn modelId="{3BA7DFF2-3389-4744-9DEC-539DB0B04B36}" type="presParOf" srcId="{4B69DC78-97C4-49DA-9CE9-D1D2E7675423}" destId="{40920CA6-EFAF-4D02-BD10-002C57E30E0E}" srcOrd="0" destOrd="0" presId="urn:microsoft.com/office/officeart/2018/2/layout/IconCircleList"/>
    <dgm:cxn modelId="{334F0547-95B7-420A-8D21-2C0D54E6218D}" type="presParOf" srcId="{4B69DC78-97C4-49DA-9CE9-D1D2E7675423}" destId="{941F62F3-9FCD-4F25-AA10-28A063F6D61E}" srcOrd="1" destOrd="0" presId="urn:microsoft.com/office/officeart/2018/2/layout/IconCircleList"/>
    <dgm:cxn modelId="{8268FB23-D7CA-4F7E-9106-122F61F34E73}" type="presParOf" srcId="{4B69DC78-97C4-49DA-9CE9-D1D2E7675423}" destId="{772ABF88-FC21-4AE1-8A2E-A20524176AED}" srcOrd="2" destOrd="0" presId="urn:microsoft.com/office/officeart/2018/2/layout/IconCircleList"/>
    <dgm:cxn modelId="{8EBC6A13-BC97-406C-BEBC-711FA84B8092}" type="presParOf" srcId="{4B69DC78-97C4-49DA-9CE9-D1D2E7675423}" destId="{6E430FB2-AE19-4392-8B46-49B53C19637F}" srcOrd="3" destOrd="0" presId="urn:microsoft.com/office/officeart/2018/2/layout/IconCircleList"/>
    <dgm:cxn modelId="{8B6B1165-8DAF-45C5-818E-B5F9A4A3E6BD}" type="presParOf" srcId="{762AA069-3199-4A65-8F46-A5B912401B0B}" destId="{FCB4B3CB-483B-45F7-AFD6-3BC574175375}" srcOrd="5" destOrd="0" presId="urn:microsoft.com/office/officeart/2018/2/layout/IconCircleList"/>
    <dgm:cxn modelId="{09651B7C-B936-4F90-AA97-B226345CE217}" type="presParOf" srcId="{762AA069-3199-4A65-8F46-A5B912401B0B}" destId="{ED69EFB9-0B7A-4174-B852-338659C48BAE}" srcOrd="6" destOrd="0" presId="urn:microsoft.com/office/officeart/2018/2/layout/IconCircleList"/>
    <dgm:cxn modelId="{25DED83C-64C3-4675-8F66-0233AA74EEAE}" type="presParOf" srcId="{ED69EFB9-0B7A-4174-B852-338659C48BAE}" destId="{202FD837-D6A9-4313-A4A2-42CE667066A9}" srcOrd="0" destOrd="0" presId="urn:microsoft.com/office/officeart/2018/2/layout/IconCircleList"/>
    <dgm:cxn modelId="{E7FA8ED9-6A53-4E17-A74B-EEEA9E891D4E}" type="presParOf" srcId="{ED69EFB9-0B7A-4174-B852-338659C48BAE}" destId="{E0408A8C-A949-41DE-B880-6058E32E2536}" srcOrd="1" destOrd="0" presId="urn:microsoft.com/office/officeart/2018/2/layout/IconCircleList"/>
    <dgm:cxn modelId="{8AF005C7-1B75-44AA-BB61-AA75640500CC}" type="presParOf" srcId="{ED69EFB9-0B7A-4174-B852-338659C48BAE}" destId="{BE560442-83EE-4E97-9B1B-5C6F4CA47F0B}" srcOrd="2" destOrd="0" presId="urn:microsoft.com/office/officeart/2018/2/layout/IconCircleList"/>
    <dgm:cxn modelId="{5762510A-96B7-4D35-B937-B86961D72DBB}" type="presParOf" srcId="{ED69EFB9-0B7A-4174-B852-338659C48BAE}" destId="{E10D0927-31D0-4A81-A761-A94BA8A22F0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D7CBEDC-14E9-40EF-BDA9-6110E22085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8B6F7C5-41E8-42CE-B5FD-E767CC19C8CB}">
      <dgm:prSet/>
      <dgm:spPr/>
      <dgm:t>
        <a:bodyPr/>
        <a:lstStyle/>
        <a:p>
          <a:r>
            <a:rPr lang="en-GB"/>
            <a:t>The ElectViz project successfully transformed raw election datasets into interactive and meaningful insights.</a:t>
          </a:r>
          <a:endParaRPr lang="en-US"/>
        </a:p>
      </dgm:t>
    </dgm:pt>
    <dgm:pt modelId="{C1ED0D0A-6A64-4CD3-BDE8-55E1405211D8}" type="parTrans" cxnId="{8365083A-0A5B-4995-8260-6575125CC8A4}">
      <dgm:prSet/>
      <dgm:spPr/>
      <dgm:t>
        <a:bodyPr/>
        <a:lstStyle/>
        <a:p>
          <a:endParaRPr lang="en-US"/>
        </a:p>
      </dgm:t>
    </dgm:pt>
    <dgm:pt modelId="{CA3EC3ED-5193-4D7B-88AB-4B32B0C33B75}" type="sibTrans" cxnId="{8365083A-0A5B-4995-8260-6575125CC8A4}">
      <dgm:prSet/>
      <dgm:spPr/>
      <dgm:t>
        <a:bodyPr/>
        <a:lstStyle/>
        <a:p>
          <a:endParaRPr lang="en-US"/>
        </a:p>
      </dgm:t>
    </dgm:pt>
    <dgm:pt modelId="{9A65EF05-907B-44DA-9C3A-E2665EE2BE29}">
      <dgm:prSet/>
      <dgm:spPr/>
      <dgm:t>
        <a:bodyPr/>
        <a:lstStyle/>
        <a:p>
          <a:r>
            <a:rPr lang="en-GB" dirty="0"/>
            <a:t>The experience enhanced both technical expertise and analytical thinking, aligning closely with career aspirations in data analytics and research.</a:t>
          </a:r>
          <a:endParaRPr lang="en-US" dirty="0"/>
        </a:p>
      </dgm:t>
    </dgm:pt>
    <dgm:pt modelId="{D8A6A884-5840-427E-A72B-8CCC960B9F7F}" type="parTrans" cxnId="{3D03C867-C052-4A14-9DC9-E3CC0C693570}">
      <dgm:prSet/>
      <dgm:spPr/>
      <dgm:t>
        <a:bodyPr/>
        <a:lstStyle/>
        <a:p>
          <a:endParaRPr lang="en-US"/>
        </a:p>
      </dgm:t>
    </dgm:pt>
    <dgm:pt modelId="{CC62B85B-571D-4DA8-AC03-40465208D0C0}" type="sibTrans" cxnId="{3D03C867-C052-4A14-9DC9-E3CC0C693570}">
      <dgm:prSet/>
      <dgm:spPr/>
      <dgm:t>
        <a:bodyPr/>
        <a:lstStyle/>
        <a:p>
          <a:endParaRPr lang="en-US"/>
        </a:p>
      </dgm:t>
    </dgm:pt>
    <dgm:pt modelId="{AFF2B474-FB71-4A10-8CC7-F6F1A12391A3}">
      <dgm:prSet/>
      <dgm:spPr/>
      <dgm:t>
        <a:bodyPr/>
        <a:lstStyle/>
        <a:p>
          <a:r>
            <a:rPr lang="en-GB" dirty="0"/>
            <a:t>The internship provided a valuable opportunity to apply classroom knowledge to real-world data storytelling challenges.</a:t>
          </a:r>
          <a:endParaRPr lang="en-US" dirty="0"/>
        </a:p>
      </dgm:t>
    </dgm:pt>
    <dgm:pt modelId="{B82EDD4E-DE3F-4E5C-B532-A98E22625660}" type="parTrans" cxnId="{A1292FF7-812E-425A-992D-CC26814E9CE8}">
      <dgm:prSet/>
      <dgm:spPr/>
      <dgm:t>
        <a:bodyPr/>
        <a:lstStyle/>
        <a:p>
          <a:endParaRPr lang="en-US"/>
        </a:p>
      </dgm:t>
    </dgm:pt>
    <dgm:pt modelId="{2AD05E06-A1A7-42EC-AA28-4284F13EAF2E}" type="sibTrans" cxnId="{A1292FF7-812E-425A-992D-CC26814E9CE8}">
      <dgm:prSet/>
      <dgm:spPr/>
      <dgm:t>
        <a:bodyPr/>
        <a:lstStyle/>
        <a:p>
          <a:endParaRPr lang="en-US"/>
        </a:p>
      </dgm:t>
    </dgm:pt>
    <dgm:pt modelId="{7487AC9E-BCCF-44C7-942E-685FFFCAEA43}">
      <dgm:prSet/>
      <dgm:spPr>
        <a:solidFill>
          <a:srgbClr val="475569"/>
        </a:solidFill>
      </dgm:spPr>
      <dgm:t>
        <a:bodyPr/>
        <a:lstStyle/>
        <a:p>
          <a:r>
            <a:rPr lang="en-GB" dirty="0"/>
            <a:t>This experience reinforced the value of structured data analytics in creating informed, data-driven narratives.</a:t>
          </a:r>
          <a:endParaRPr lang="en-US" dirty="0"/>
        </a:p>
      </dgm:t>
    </dgm:pt>
    <dgm:pt modelId="{6D0D5571-C0AD-408B-A0D4-EE6A73D07F65}" type="parTrans" cxnId="{98FBA21E-0119-47B9-B502-8DB0C82A3FBB}">
      <dgm:prSet/>
      <dgm:spPr/>
      <dgm:t>
        <a:bodyPr/>
        <a:lstStyle/>
        <a:p>
          <a:endParaRPr lang="en-US"/>
        </a:p>
      </dgm:t>
    </dgm:pt>
    <dgm:pt modelId="{7DDF25F9-845A-41DA-A7A6-5B17BAED37D1}" type="sibTrans" cxnId="{98FBA21E-0119-47B9-B502-8DB0C82A3FBB}">
      <dgm:prSet/>
      <dgm:spPr/>
      <dgm:t>
        <a:bodyPr/>
        <a:lstStyle/>
        <a:p>
          <a:endParaRPr lang="en-US"/>
        </a:p>
      </dgm:t>
    </dgm:pt>
    <dgm:pt modelId="{440060DE-7FE3-4A07-838D-E67112F9782A}" type="pres">
      <dgm:prSet presAssocID="{6D7CBEDC-14E9-40EF-BDA9-6110E220855D}" presName="root" presStyleCnt="0">
        <dgm:presLayoutVars>
          <dgm:dir/>
          <dgm:resizeHandles val="exact"/>
        </dgm:presLayoutVars>
      </dgm:prSet>
      <dgm:spPr/>
    </dgm:pt>
    <dgm:pt modelId="{256BE296-9D03-4B8D-9B11-0A619C2BC6E7}" type="pres">
      <dgm:prSet presAssocID="{48B6F7C5-41E8-42CE-B5FD-E767CC19C8CB}" presName="compNode" presStyleCnt="0"/>
      <dgm:spPr/>
    </dgm:pt>
    <dgm:pt modelId="{B9F8DF26-EBEE-47D9-A277-EBDA14D69169}" type="pres">
      <dgm:prSet presAssocID="{48B6F7C5-41E8-42CE-B5FD-E767CC19C8CB}" presName="bgRect" presStyleLbl="bgShp" presStyleIdx="0" presStyleCnt="4"/>
      <dgm:spPr>
        <a:solidFill>
          <a:srgbClr val="475569"/>
        </a:solidFill>
      </dgm:spPr>
    </dgm:pt>
    <dgm:pt modelId="{9BBA42A9-2284-4072-8EA6-B0A70A68D440}" type="pres">
      <dgm:prSet presAssocID="{48B6F7C5-41E8-42CE-B5FD-E767CC19C8C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bric Report Library"/>
        </a:ext>
      </dgm:extLst>
    </dgm:pt>
    <dgm:pt modelId="{C4F66012-5C02-4BDD-9BA5-8D9622E3E538}" type="pres">
      <dgm:prSet presAssocID="{48B6F7C5-41E8-42CE-B5FD-E767CC19C8CB}" presName="spaceRect" presStyleCnt="0"/>
      <dgm:spPr/>
    </dgm:pt>
    <dgm:pt modelId="{FA4A8614-7222-4D7B-BFCE-854091B7F910}" type="pres">
      <dgm:prSet presAssocID="{48B6F7C5-41E8-42CE-B5FD-E767CC19C8CB}" presName="parTx" presStyleLbl="revTx" presStyleIdx="0" presStyleCnt="4">
        <dgm:presLayoutVars>
          <dgm:chMax val="0"/>
          <dgm:chPref val="0"/>
        </dgm:presLayoutVars>
      </dgm:prSet>
      <dgm:spPr/>
    </dgm:pt>
    <dgm:pt modelId="{697EE9B9-8BBD-45AE-87DB-987F9A4F1BDD}" type="pres">
      <dgm:prSet presAssocID="{CA3EC3ED-5193-4D7B-88AB-4B32B0C33B75}" presName="sibTrans" presStyleCnt="0"/>
      <dgm:spPr/>
    </dgm:pt>
    <dgm:pt modelId="{8C4FDD73-3205-4706-BB51-9442B69A0A77}" type="pres">
      <dgm:prSet presAssocID="{9A65EF05-907B-44DA-9C3A-E2665EE2BE29}" presName="compNode" presStyleCnt="0"/>
      <dgm:spPr/>
    </dgm:pt>
    <dgm:pt modelId="{3059D6B4-CEE6-4E03-93AD-3AC007D768C7}" type="pres">
      <dgm:prSet presAssocID="{9A65EF05-907B-44DA-9C3A-E2665EE2BE29}" presName="bgRect" presStyleLbl="bgShp" presStyleIdx="1" presStyleCnt="4" custLinFactNeighborX="153"/>
      <dgm:spPr>
        <a:solidFill>
          <a:srgbClr val="475569"/>
        </a:solidFill>
      </dgm:spPr>
    </dgm:pt>
    <dgm:pt modelId="{B8548B3A-8599-49BB-9BAE-4672BB57DE39}" type="pres">
      <dgm:prSet presAssocID="{9A65EF05-907B-44DA-9C3A-E2665EE2BE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M Customer Insights App"/>
        </a:ext>
      </dgm:extLst>
    </dgm:pt>
    <dgm:pt modelId="{8FA080FA-F9A4-4F7F-9B33-C6E51BC3AE2E}" type="pres">
      <dgm:prSet presAssocID="{9A65EF05-907B-44DA-9C3A-E2665EE2BE29}" presName="spaceRect" presStyleCnt="0"/>
      <dgm:spPr/>
    </dgm:pt>
    <dgm:pt modelId="{E5F5A28B-F206-4FB5-8050-D5B0E08A35E7}" type="pres">
      <dgm:prSet presAssocID="{9A65EF05-907B-44DA-9C3A-E2665EE2BE29}" presName="parTx" presStyleLbl="revTx" presStyleIdx="1" presStyleCnt="4">
        <dgm:presLayoutVars>
          <dgm:chMax val="0"/>
          <dgm:chPref val="0"/>
        </dgm:presLayoutVars>
      </dgm:prSet>
      <dgm:spPr/>
    </dgm:pt>
    <dgm:pt modelId="{EEDE4486-6B4F-4165-8B0C-A9853C66B328}" type="pres">
      <dgm:prSet presAssocID="{CC62B85B-571D-4DA8-AC03-40465208D0C0}" presName="sibTrans" presStyleCnt="0"/>
      <dgm:spPr/>
    </dgm:pt>
    <dgm:pt modelId="{8E56437A-1D54-4C8D-B24D-3E392789DA51}" type="pres">
      <dgm:prSet presAssocID="{AFF2B474-FB71-4A10-8CC7-F6F1A12391A3}" presName="compNode" presStyleCnt="0"/>
      <dgm:spPr/>
    </dgm:pt>
    <dgm:pt modelId="{42941E0C-9C20-4AF1-8664-A647763EFC97}" type="pres">
      <dgm:prSet presAssocID="{AFF2B474-FB71-4A10-8CC7-F6F1A12391A3}" presName="bgRect" presStyleLbl="bgShp" presStyleIdx="2" presStyleCnt="4"/>
      <dgm:spPr>
        <a:solidFill>
          <a:srgbClr val="475569"/>
        </a:solidFill>
      </dgm:spPr>
    </dgm:pt>
    <dgm:pt modelId="{D01F3C40-8288-4FC6-87B0-0ACE3F20C1BF}" type="pres">
      <dgm:prSet presAssocID="{AFF2B474-FB71-4A10-8CC7-F6F1A12391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C5830761-3269-4F1E-959F-77A8E40FBA00}" type="pres">
      <dgm:prSet presAssocID="{AFF2B474-FB71-4A10-8CC7-F6F1A12391A3}" presName="spaceRect" presStyleCnt="0"/>
      <dgm:spPr/>
    </dgm:pt>
    <dgm:pt modelId="{3F2643D7-9BF9-4EDB-912D-57F945AFEC24}" type="pres">
      <dgm:prSet presAssocID="{AFF2B474-FB71-4A10-8CC7-F6F1A12391A3}" presName="parTx" presStyleLbl="revTx" presStyleIdx="2" presStyleCnt="4">
        <dgm:presLayoutVars>
          <dgm:chMax val="0"/>
          <dgm:chPref val="0"/>
        </dgm:presLayoutVars>
      </dgm:prSet>
      <dgm:spPr/>
    </dgm:pt>
    <dgm:pt modelId="{B72ABDC5-7019-40FF-818B-1CC04B863D85}" type="pres">
      <dgm:prSet presAssocID="{2AD05E06-A1A7-42EC-AA28-4284F13EAF2E}" presName="sibTrans" presStyleCnt="0"/>
      <dgm:spPr/>
    </dgm:pt>
    <dgm:pt modelId="{C9DC4140-E642-4BD1-98F0-468E4AF08FB5}" type="pres">
      <dgm:prSet presAssocID="{7487AC9E-BCCF-44C7-942E-685FFFCAEA43}" presName="compNode" presStyleCnt="0"/>
      <dgm:spPr/>
    </dgm:pt>
    <dgm:pt modelId="{025F706B-49F8-45C7-AFAB-CDBF6A8173EE}" type="pres">
      <dgm:prSet presAssocID="{7487AC9E-BCCF-44C7-942E-685FFFCAEA43}" presName="bgRect" presStyleLbl="bgShp" presStyleIdx="3" presStyleCnt="4"/>
      <dgm:spPr>
        <a:solidFill>
          <a:srgbClr val="475569"/>
        </a:solidFill>
      </dgm:spPr>
    </dgm:pt>
    <dgm:pt modelId="{CA266D45-08DF-40BB-AA32-2D7B4071A48C}" type="pres">
      <dgm:prSet presAssocID="{7487AC9E-BCCF-44C7-942E-685FFFCAEA4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6CCF0883-C24C-470C-8D1C-1E0EA93EFC67}" type="pres">
      <dgm:prSet presAssocID="{7487AC9E-BCCF-44C7-942E-685FFFCAEA43}" presName="spaceRect" presStyleCnt="0"/>
      <dgm:spPr/>
    </dgm:pt>
    <dgm:pt modelId="{25597FD0-326F-4F97-AF7E-2D57FFE73AEC}" type="pres">
      <dgm:prSet presAssocID="{7487AC9E-BCCF-44C7-942E-685FFFCAEA4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4776218-01CA-44B7-BDD5-28CE94530D0A}" type="presOf" srcId="{AFF2B474-FB71-4A10-8CC7-F6F1A12391A3}" destId="{3F2643D7-9BF9-4EDB-912D-57F945AFEC24}" srcOrd="0" destOrd="0" presId="urn:microsoft.com/office/officeart/2018/2/layout/IconVerticalSolidList"/>
    <dgm:cxn modelId="{98FBA21E-0119-47B9-B502-8DB0C82A3FBB}" srcId="{6D7CBEDC-14E9-40EF-BDA9-6110E220855D}" destId="{7487AC9E-BCCF-44C7-942E-685FFFCAEA43}" srcOrd="3" destOrd="0" parTransId="{6D0D5571-C0AD-408B-A0D4-EE6A73D07F65}" sibTransId="{7DDF25F9-845A-41DA-A7A6-5B17BAED37D1}"/>
    <dgm:cxn modelId="{8365083A-0A5B-4995-8260-6575125CC8A4}" srcId="{6D7CBEDC-14E9-40EF-BDA9-6110E220855D}" destId="{48B6F7C5-41E8-42CE-B5FD-E767CC19C8CB}" srcOrd="0" destOrd="0" parTransId="{C1ED0D0A-6A64-4CD3-BDE8-55E1405211D8}" sibTransId="{CA3EC3ED-5193-4D7B-88AB-4B32B0C33B75}"/>
    <dgm:cxn modelId="{D4EA324B-F15F-4E67-95ED-548F19CFECB4}" type="presOf" srcId="{48B6F7C5-41E8-42CE-B5FD-E767CC19C8CB}" destId="{FA4A8614-7222-4D7B-BFCE-854091B7F910}" srcOrd="0" destOrd="0" presId="urn:microsoft.com/office/officeart/2018/2/layout/IconVerticalSolidList"/>
    <dgm:cxn modelId="{3D03C867-C052-4A14-9DC9-E3CC0C693570}" srcId="{6D7CBEDC-14E9-40EF-BDA9-6110E220855D}" destId="{9A65EF05-907B-44DA-9C3A-E2665EE2BE29}" srcOrd="1" destOrd="0" parTransId="{D8A6A884-5840-427E-A72B-8CCC960B9F7F}" sibTransId="{CC62B85B-571D-4DA8-AC03-40465208D0C0}"/>
    <dgm:cxn modelId="{1BA45491-7DBC-4640-864A-D1DD130369C4}" type="presOf" srcId="{6D7CBEDC-14E9-40EF-BDA9-6110E220855D}" destId="{440060DE-7FE3-4A07-838D-E67112F9782A}" srcOrd="0" destOrd="0" presId="urn:microsoft.com/office/officeart/2018/2/layout/IconVerticalSolidList"/>
    <dgm:cxn modelId="{6B646D92-CB2E-4FB3-B683-D9E08585D6D1}" type="presOf" srcId="{9A65EF05-907B-44DA-9C3A-E2665EE2BE29}" destId="{E5F5A28B-F206-4FB5-8050-D5B0E08A35E7}" srcOrd="0" destOrd="0" presId="urn:microsoft.com/office/officeart/2018/2/layout/IconVerticalSolidList"/>
    <dgm:cxn modelId="{347092B1-EF3E-4495-B3A6-E2FFBD09FB4E}" type="presOf" srcId="{7487AC9E-BCCF-44C7-942E-685FFFCAEA43}" destId="{25597FD0-326F-4F97-AF7E-2D57FFE73AEC}" srcOrd="0" destOrd="0" presId="urn:microsoft.com/office/officeart/2018/2/layout/IconVerticalSolidList"/>
    <dgm:cxn modelId="{A1292FF7-812E-425A-992D-CC26814E9CE8}" srcId="{6D7CBEDC-14E9-40EF-BDA9-6110E220855D}" destId="{AFF2B474-FB71-4A10-8CC7-F6F1A12391A3}" srcOrd="2" destOrd="0" parTransId="{B82EDD4E-DE3F-4E5C-B532-A98E22625660}" sibTransId="{2AD05E06-A1A7-42EC-AA28-4284F13EAF2E}"/>
    <dgm:cxn modelId="{C421765D-E5FD-469B-B53F-A2CC8D656178}" type="presParOf" srcId="{440060DE-7FE3-4A07-838D-E67112F9782A}" destId="{256BE296-9D03-4B8D-9B11-0A619C2BC6E7}" srcOrd="0" destOrd="0" presId="urn:microsoft.com/office/officeart/2018/2/layout/IconVerticalSolidList"/>
    <dgm:cxn modelId="{5AEF85C2-D184-4B4C-852B-61A18E5B11A7}" type="presParOf" srcId="{256BE296-9D03-4B8D-9B11-0A619C2BC6E7}" destId="{B9F8DF26-EBEE-47D9-A277-EBDA14D69169}" srcOrd="0" destOrd="0" presId="urn:microsoft.com/office/officeart/2018/2/layout/IconVerticalSolidList"/>
    <dgm:cxn modelId="{2FA43755-6FBD-4F7C-8F31-0ABE3CB91A9C}" type="presParOf" srcId="{256BE296-9D03-4B8D-9B11-0A619C2BC6E7}" destId="{9BBA42A9-2284-4072-8EA6-B0A70A68D440}" srcOrd="1" destOrd="0" presId="urn:microsoft.com/office/officeart/2018/2/layout/IconVerticalSolidList"/>
    <dgm:cxn modelId="{007B9FD7-A28D-42F5-9C89-95391392CD55}" type="presParOf" srcId="{256BE296-9D03-4B8D-9B11-0A619C2BC6E7}" destId="{C4F66012-5C02-4BDD-9BA5-8D9622E3E538}" srcOrd="2" destOrd="0" presId="urn:microsoft.com/office/officeart/2018/2/layout/IconVerticalSolidList"/>
    <dgm:cxn modelId="{12F63A4A-2AAF-4D89-A11C-0F3E0FE7390D}" type="presParOf" srcId="{256BE296-9D03-4B8D-9B11-0A619C2BC6E7}" destId="{FA4A8614-7222-4D7B-BFCE-854091B7F910}" srcOrd="3" destOrd="0" presId="urn:microsoft.com/office/officeart/2018/2/layout/IconVerticalSolidList"/>
    <dgm:cxn modelId="{3613702D-F953-4C2A-9935-0D6C53948DFC}" type="presParOf" srcId="{440060DE-7FE3-4A07-838D-E67112F9782A}" destId="{697EE9B9-8BBD-45AE-87DB-987F9A4F1BDD}" srcOrd="1" destOrd="0" presId="urn:microsoft.com/office/officeart/2018/2/layout/IconVerticalSolidList"/>
    <dgm:cxn modelId="{F7D3D169-0F21-44CA-BBEB-7B763DDF15EC}" type="presParOf" srcId="{440060DE-7FE3-4A07-838D-E67112F9782A}" destId="{8C4FDD73-3205-4706-BB51-9442B69A0A77}" srcOrd="2" destOrd="0" presId="urn:microsoft.com/office/officeart/2018/2/layout/IconVerticalSolidList"/>
    <dgm:cxn modelId="{DF5540E2-40C4-4998-8F5D-B7EBC6C2F918}" type="presParOf" srcId="{8C4FDD73-3205-4706-BB51-9442B69A0A77}" destId="{3059D6B4-CEE6-4E03-93AD-3AC007D768C7}" srcOrd="0" destOrd="0" presId="urn:microsoft.com/office/officeart/2018/2/layout/IconVerticalSolidList"/>
    <dgm:cxn modelId="{BF3C0E77-195D-43E1-B062-53B8EC89DD5E}" type="presParOf" srcId="{8C4FDD73-3205-4706-BB51-9442B69A0A77}" destId="{B8548B3A-8599-49BB-9BAE-4672BB57DE39}" srcOrd="1" destOrd="0" presId="urn:microsoft.com/office/officeart/2018/2/layout/IconVerticalSolidList"/>
    <dgm:cxn modelId="{BB95D3AC-9925-4567-9032-038ACF31A06D}" type="presParOf" srcId="{8C4FDD73-3205-4706-BB51-9442B69A0A77}" destId="{8FA080FA-F9A4-4F7F-9B33-C6E51BC3AE2E}" srcOrd="2" destOrd="0" presId="urn:microsoft.com/office/officeart/2018/2/layout/IconVerticalSolidList"/>
    <dgm:cxn modelId="{00F5D8F8-9084-48D9-9B05-84EC011DD925}" type="presParOf" srcId="{8C4FDD73-3205-4706-BB51-9442B69A0A77}" destId="{E5F5A28B-F206-4FB5-8050-D5B0E08A35E7}" srcOrd="3" destOrd="0" presId="urn:microsoft.com/office/officeart/2018/2/layout/IconVerticalSolidList"/>
    <dgm:cxn modelId="{EF51913E-4B3E-410B-9D9A-9134E47FF3A8}" type="presParOf" srcId="{440060DE-7FE3-4A07-838D-E67112F9782A}" destId="{EEDE4486-6B4F-4165-8B0C-A9853C66B328}" srcOrd="3" destOrd="0" presId="urn:microsoft.com/office/officeart/2018/2/layout/IconVerticalSolidList"/>
    <dgm:cxn modelId="{08D455C5-C412-4B74-B1A8-4989177C452A}" type="presParOf" srcId="{440060DE-7FE3-4A07-838D-E67112F9782A}" destId="{8E56437A-1D54-4C8D-B24D-3E392789DA51}" srcOrd="4" destOrd="0" presId="urn:microsoft.com/office/officeart/2018/2/layout/IconVerticalSolidList"/>
    <dgm:cxn modelId="{71CFE0A4-33CF-42C8-B2BA-9D69C82B9082}" type="presParOf" srcId="{8E56437A-1D54-4C8D-B24D-3E392789DA51}" destId="{42941E0C-9C20-4AF1-8664-A647763EFC97}" srcOrd="0" destOrd="0" presId="urn:microsoft.com/office/officeart/2018/2/layout/IconVerticalSolidList"/>
    <dgm:cxn modelId="{D403CC3F-DCCE-497D-9B34-66DEBAABD045}" type="presParOf" srcId="{8E56437A-1D54-4C8D-B24D-3E392789DA51}" destId="{D01F3C40-8288-4FC6-87B0-0ACE3F20C1BF}" srcOrd="1" destOrd="0" presId="urn:microsoft.com/office/officeart/2018/2/layout/IconVerticalSolidList"/>
    <dgm:cxn modelId="{CA8FFDD6-6052-47A8-B6DC-CF6EF95C80C9}" type="presParOf" srcId="{8E56437A-1D54-4C8D-B24D-3E392789DA51}" destId="{C5830761-3269-4F1E-959F-77A8E40FBA00}" srcOrd="2" destOrd="0" presId="urn:microsoft.com/office/officeart/2018/2/layout/IconVerticalSolidList"/>
    <dgm:cxn modelId="{AB81FF10-9DB4-4388-B195-D090D500D4DD}" type="presParOf" srcId="{8E56437A-1D54-4C8D-B24D-3E392789DA51}" destId="{3F2643D7-9BF9-4EDB-912D-57F945AFEC24}" srcOrd="3" destOrd="0" presId="urn:microsoft.com/office/officeart/2018/2/layout/IconVerticalSolidList"/>
    <dgm:cxn modelId="{F435DEE3-0504-4B62-93B7-E3272E0A4516}" type="presParOf" srcId="{440060DE-7FE3-4A07-838D-E67112F9782A}" destId="{B72ABDC5-7019-40FF-818B-1CC04B863D85}" srcOrd="5" destOrd="0" presId="urn:microsoft.com/office/officeart/2018/2/layout/IconVerticalSolidList"/>
    <dgm:cxn modelId="{5567C47A-7140-4796-8D3F-2912B13E4B02}" type="presParOf" srcId="{440060DE-7FE3-4A07-838D-E67112F9782A}" destId="{C9DC4140-E642-4BD1-98F0-468E4AF08FB5}" srcOrd="6" destOrd="0" presId="urn:microsoft.com/office/officeart/2018/2/layout/IconVerticalSolidList"/>
    <dgm:cxn modelId="{2332E60C-167F-4B5E-915F-9AE73CAD5903}" type="presParOf" srcId="{C9DC4140-E642-4BD1-98F0-468E4AF08FB5}" destId="{025F706B-49F8-45C7-AFAB-CDBF6A8173EE}" srcOrd="0" destOrd="0" presId="urn:microsoft.com/office/officeart/2018/2/layout/IconVerticalSolidList"/>
    <dgm:cxn modelId="{3D625FF7-CE86-4961-AD0A-76D324094F24}" type="presParOf" srcId="{C9DC4140-E642-4BD1-98F0-468E4AF08FB5}" destId="{CA266D45-08DF-40BB-AA32-2D7B4071A48C}" srcOrd="1" destOrd="0" presId="urn:microsoft.com/office/officeart/2018/2/layout/IconVerticalSolidList"/>
    <dgm:cxn modelId="{0C2A8BAD-6D96-4AA7-8A06-50765E1EF30B}" type="presParOf" srcId="{C9DC4140-E642-4BD1-98F0-468E4AF08FB5}" destId="{6CCF0883-C24C-470C-8D1C-1E0EA93EFC67}" srcOrd="2" destOrd="0" presId="urn:microsoft.com/office/officeart/2018/2/layout/IconVerticalSolidList"/>
    <dgm:cxn modelId="{D25CCDC7-DF43-458A-B87C-55F4A51338A4}" type="presParOf" srcId="{C9DC4140-E642-4BD1-98F0-468E4AF08FB5}" destId="{25597FD0-326F-4F97-AF7E-2D57FFE73A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49F74-A255-4C82-9DD8-9A9657F8772F}">
      <dsp:nvSpPr>
        <dsp:cNvPr id="0" name=""/>
        <dsp:cNvSpPr/>
      </dsp:nvSpPr>
      <dsp:spPr>
        <a:xfrm>
          <a:off x="2216196" y="394443"/>
          <a:ext cx="306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574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1054" y="438477"/>
        <a:ext cx="16858" cy="3371"/>
      </dsp:txXfrm>
    </dsp:sp>
    <dsp:sp modelId="{483E4B2E-2C40-476F-90E1-02C4C62A86CB}">
      <dsp:nvSpPr>
        <dsp:cNvPr id="0" name=""/>
        <dsp:cNvSpPr/>
      </dsp:nvSpPr>
      <dsp:spPr>
        <a:xfrm>
          <a:off x="752018" y="370"/>
          <a:ext cx="1465977" cy="879586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34" tIns="75403" rIns="71834" bIns="7540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Focus: Macro-level performance and turnout trends.</a:t>
          </a:r>
        </a:p>
      </dsp:txBody>
      <dsp:txXfrm>
        <a:off x="752018" y="370"/>
        <a:ext cx="1465977" cy="879586"/>
      </dsp:txXfrm>
    </dsp:sp>
    <dsp:sp modelId="{58452295-5065-4D77-BC9C-CB07ED2B3386}">
      <dsp:nvSpPr>
        <dsp:cNvPr id="0" name=""/>
        <dsp:cNvSpPr/>
      </dsp:nvSpPr>
      <dsp:spPr>
        <a:xfrm>
          <a:off x="1485007" y="878156"/>
          <a:ext cx="1803152" cy="306574"/>
        </a:xfrm>
        <a:custGeom>
          <a:avLst/>
          <a:gdLst/>
          <a:ahLst/>
          <a:cxnLst/>
          <a:rect l="0" t="0" r="0" b="0"/>
          <a:pathLst>
            <a:path>
              <a:moveTo>
                <a:pt x="1803152" y="0"/>
              </a:moveTo>
              <a:lnTo>
                <a:pt x="1803152" y="170387"/>
              </a:lnTo>
              <a:lnTo>
                <a:pt x="0" y="170387"/>
              </a:lnTo>
              <a:lnTo>
                <a:pt x="0" y="306574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96545"/>
              <a:satOff val="1313"/>
              <a:lumOff val="554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40723" y="1029758"/>
        <a:ext cx="91720" cy="3371"/>
      </dsp:txXfrm>
    </dsp:sp>
    <dsp:sp modelId="{5351525C-A180-49E2-A928-7692A6FE2E65}">
      <dsp:nvSpPr>
        <dsp:cNvPr id="0" name=""/>
        <dsp:cNvSpPr/>
      </dsp:nvSpPr>
      <dsp:spPr>
        <a:xfrm>
          <a:off x="2555171" y="370"/>
          <a:ext cx="1465977" cy="879586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34" tIns="75403" rIns="71834" bIns="7540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Highlights:</a:t>
          </a:r>
        </a:p>
      </dsp:txBody>
      <dsp:txXfrm>
        <a:off x="2555171" y="370"/>
        <a:ext cx="1465977" cy="879586"/>
      </dsp:txXfrm>
    </dsp:sp>
    <dsp:sp modelId="{AE243AAF-A111-4310-ABF9-C484560677BC}">
      <dsp:nvSpPr>
        <dsp:cNvPr id="0" name=""/>
        <dsp:cNvSpPr/>
      </dsp:nvSpPr>
      <dsp:spPr>
        <a:xfrm>
          <a:off x="2216196" y="1611205"/>
          <a:ext cx="306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574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193090"/>
              <a:satOff val="2625"/>
              <a:lumOff val="1109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1054" y="1655239"/>
        <a:ext cx="16858" cy="3371"/>
      </dsp:txXfrm>
    </dsp:sp>
    <dsp:sp modelId="{31355DFF-A564-41D8-BFE1-80ED39ACB739}">
      <dsp:nvSpPr>
        <dsp:cNvPr id="0" name=""/>
        <dsp:cNvSpPr/>
      </dsp:nvSpPr>
      <dsp:spPr>
        <a:xfrm>
          <a:off x="752018" y="1217131"/>
          <a:ext cx="1465977" cy="879586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34" tIns="75403" rIns="71834" bIns="7540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- KPI Cards – Total Seats,</a:t>
          </a:r>
          <a:r>
            <a:rPr lang="en-GB" sz="1300" kern="1200" dirty="0"/>
            <a:t> Total Votes</a:t>
          </a:r>
          <a:r>
            <a:rPr lang="en-US" sz="1300" kern="1200" dirty="0"/>
            <a:t>, Turnout %</a:t>
          </a:r>
        </a:p>
      </dsp:txBody>
      <dsp:txXfrm>
        <a:off x="752018" y="1217131"/>
        <a:ext cx="1465977" cy="879586"/>
      </dsp:txXfrm>
    </dsp:sp>
    <dsp:sp modelId="{DBF0CAF9-AEA5-4B6B-92EA-102F361975A8}">
      <dsp:nvSpPr>
        <dsp:cNvPr id="0" name=""/>
        <dsp:cNvSpPr/>
      </dsp:nvSpPr>
      <dsp:spPr>
        <a:xfrm>
          <a:off x="1485007" y="2094918"/>
          <a:ext cx="1803152" cy="306574"/>
        </a:xfrm>
        <a:custGeom>
          <a:avLst/>
          <a:gdLst/>
          <a:ahLst/>
          <a:cxnLst/>
          <a:rect l="0" t="0" r="0" b="0"/>
          <a:pathLst>
            <a:path>
              <a:moveTo>
                <a:pt x="1803152" y="0"/>
              </a:moveTo>
              <a:lnTo>
                <a:pt x="1803152" y="170387"/>
              </a:lnTo>
              <a:lnTo>
                <a:pt x="0" y="170387"/>
              </a:lnTo>
              <a:lnTo>
                <a:pt x="0" y="306574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289635"/>
              <a:satOff val="3938"/>
              <a:lumOff val="1663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40723" y="2246520"/>
        <a:ext cx="91720" cy="3371"/>
      </dsp:txXfrm>
    </dsp:sp>
    <dsp:sp modelId="{F070E519-7D12-4ABD-906A-4D66F328BE94}">
      <dsp:nvSpPr>
        <dsp:cNvPr id="0" name=""/>
        <dsp:cNvSpPr/>
      </dsp:nvSpPr>
      <dsp:spPr>
        <a:xfrm>
          <a:off x="2555171" y="1217131"/>
          <a:ext cx="1465977" cy="879586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34" tIns="75403" rIns="71834" bIns="7540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Map – Seats by State</a:t>
          </a:r>
        </a:p>
      </dsp:txBody>
      <dsp:txXfrm>
        <a:off x="2555171" y="1217131"/>
        <a:ext cx="1465977" cy="879586"/>
      </dsp:txXfrm>
    </dsp:sp>
    <dsp:sp modelId="{D60905E1-0709-4259-BDE4-242D187CADCB}">
      <dsp:nvSpPr>
        <dsp:cNvPr id="0" name=""/>
        <dsp:cNvSpPr/>
      </dsp:nvSpPr>
      <dsp:spPr>
        <a:xfrm>
          <a:off x="2216196" y="2827966"/>
          <a:ext cx="30657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6574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386180"/>
              <a:satOff val="5250"/>
              <a:lumOff val="221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61054" y="2872000"/>
        <a:ext cx="16858" cy="3371"/>
      </dsp:txXfrm>
    </dsp:sp>
    <dsp:sp modelId="{F5DC4161-298B-4A7A-A3B6-08B32BBCF455}">
      <dsp:nvSpPr>
        <dsp:cNvPr id="0" name=""/>
        <dsp:cNvSpPr/>
      </dsp:nvSpPr>
      <dsp:spPr>
        <a:xfrm>
          <a:off x="752018" y="2433893"/>
          <a:ext cx="1465977" cy="879586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34" tIns="75403" rIns="71834" bIns="7540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Trend Line – Turnout over time</a:t>
          </a:r>
        </a:p>
      </dsp:txBody>
      <dsp:txXfrm>
        <a:off x="752018" y="2433893"/>
        <a:ext cx="1465977" cy="879586"/>
      </dsp:txXfrm>
    </dsp:sp>
    <dsp:sp modelId="{F6F790D1-7AB7-4EEC-A741-94A73AB03907}">
      <dsp:nvSpPr>
        <dsp:cNvPr id="0" name=""/>
        <dsp:cNvSpPr/>
      </dsp:nvSpPr>
      <dsp:spPr>
        <a:xfrm>
          <a:off x="1485007" y="3311680"/>
          <a:ext cx="1803152" cy="306574"/>
        </a:xfrm>
        <a:custGeom>
          <a:avLst/>
          <a:gdLst/>
          <a:ahLst/>
          <a:cxnLst/>
          <a:rect l="0" t="0" r="0" b="0"/>
          <a:pathLst>
            <a:path>
              <a:moveTo>
                <a:pt x="1803152" y="0"/>
              </a:moveTo>
              <a:lnTo>
                <a:pt x="1803152" y="170387"/>
              </a:lnTo>
              <a:lnTo>
                <a:pt x="0" y="170387"/>
              </a:lnTo>
              <a:lnTo>
                <a:pt x="0" y="306574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482725"/>
              <a:satOff val="6563"/>
              <a:lumOff val="2773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40723" y="3463281"/>
        <a:ext cx="91720" cy="3371"/>
      </dsp:txXfrm>
    </dsp:sp>
    <dsp:sp modelId="{3783C246-63E1-4D51-B09C-DC55A9C640F5}">
      <dsp:nvSpPr>
        <dsp:cNvPr id="0" name=""/>
        <dsp:cNvSpPr/>
      </dsp:nvSpPr>
      <dsp:spPr>
        <a:xfrm>
          <a:off x="2555171" y="2433893"/>
          <a:ext cx="1465977" cy="879586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3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34" tIns="75403" rIns="71834" bIns="7540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- Donut Chart – </a:t>
          </a:r>
          <a:r>
            <a:rPr lang="en-GB" sz="1300" kern="1200"/>
            <a:t>Contested </a:t>
          </a:r>
          <a:r>
            <a:rPr lang="en-US" sz="1300" kern="1200"/>
            <a:t>Seat by Party</a:t>
          </a:r>
        </a:p>
      </dsp:txBody>
      <dsp:txXfrm>
        <a:off x="2555171" y="2433893"/>
        <a:ext cx="1465977" cy="879586"/>
      </dsp:txXfrm>
    </dsp:sp>
    <dsp:sp modelId="{ACA027B4-4928-4D11-BCA8-A11E5A6EDC92}">
      <dsp:nvSpPr>
        <dsp:cNvPr id="0" name=""/>
        <dsp:cNvSpPr/>
      </dsp:nvSpPr>
      <dsp:spPr>
        <a:xfrm>
          <a:off x="752018" y="3650655"/>
          <a:ext cx="1465977" cy="879586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34" tIns="75403" rIns="71834" bIns="75403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Interaction: Filter by year to update all visuals instantly.</a:t>
          </a:r>
        </a:p>
      </dsp:txBody>
      <dsp:txXfrm>
        <a:off x="752018" y="3650655"/>
        <a:ext cx="1465977" cy="879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A2022-2D34-4F9D-9AA3-F8B8220550A5}">
      <dsp:nvSpPr>
        <dsp:cNvPr id="0" name=""/>
        <dsp:cNvSpPr/>
      </dsp:nvSpPr>
      <dsp:spPr>
        <a:xfrm>
          <a:off x="1746369" y="795994"/>
          <a:ext cx="3712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290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1967" y="839704"/>
        <a:ext cx="20094" cy="4018"/>
      </dsp:txXfrm>
    </dsp:sp>
    <dsp:sp modelId="{F6C05B0A-DBB4-43C0-A48D-732C39BED826}">
      <dsp:nvSpPr>
        <dsp:cNvPr id="0" name=""/>
        <dsp:cNvSpPr/>
      </dsp:nvSpPr>
      <dsp:spPr>
        <a:xfrm>
          <a:off x="818" y="317508"/>
          <a:ext cx="1747351" cy="1048410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622" tIns="89875" rIns="85622" bIns="898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Focus: Regional-level performance and micro analysis.</a:t>
          </a:r>
        </a:p>
      </dsp:txBody>
      <dsp:txXfrm>
        <a:off x="818" y="317508"/>
        <a:ext cx="1747351" cy="1048410"/>
      </dsp:txXfrm>
    </dsp:sp>
    <dsp:sp modelId="{F00CAC2F-258C-4144-8013-54E6AD885BE3}">
      <dsp:nvSpPr>
        <dsp:cNvPr id="0" name=""/>
        <dsp:cNvSpPr/>
      </dsp:nvSpPr>
      <dsp:spPr>
        <a:xfrm>
          <a:off x="874494" y="1364119"/>
          <a:ext cx="2149241" cy="371290"/>
        </a:xfrm>
        <a:custGeom>
          <a:avLst/>
          <a:gdLst/>
          <a:ahLst/>
          <a:cxnLst/>
          <a:rect l="0" t="0" r="0" b="0"/>
          <a:pathLst>
            <a:path>
              <a:moveTo>
                <a:pt x="2149241" y="0"/>
              </a:moveTo>
              <a:lnTo>
                <a:pt x="2149241" y="202745"/>
              </a:lnTo>
              <a:lnTo>
                <a:pt x="0" y="202745"/>
              </a:lnTo>
              <a:lnTo>
                <a:pt x="0" y="37129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120681"/>
              <a:satOff val="1641"/>
              <a:lumOff val="693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4452" y="1547755"/>
        <a:ext cx="109324" cy="4018"/>
      </dsp:txXfrm>
    </dsp:sp>
    <dsp:sp modelId="{625FFD79-6685-4081-94CD-7018B2501E2C}">
      <dsp:nvSpPr>
        <dsp:cNvPr id="0" name=""/>
        <dsp:cNvSpPr/>
      </dsp:nvSpPr>
      <dsp:spPr>
        <a:xfrm>
          <a:off x="2150060" y="317508"/>
          <a:ext cx="1747351" cy="1048410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622" tIns="89875" rIns="85622" bIns="898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Highlights:</a:t>
          </a:r>
        </a:p>
      </dsp:txBody>
      <dsp:txXfrm>
        <a:off x="2150060" y="317508"/>
        <a:ext cx="1747351" cy="1048410"/>
      </dsp:txXfrm>
    </dsp:sp>
    <dsp:sp modelId="{1E6B4DBD-C024-448E-8FE5-C59F787FA14B}">
      <dsp:nvSpPr>
        <dsp:cNvPr id="0" name=""/>
        <dsp:cNvSpPr/>
      </dsp:nvSpPr>
      <dsp:spPr>
        <a:xfrm>
          <a:off x="1746369" y="2246295"/>
          <a:ext cx="3712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290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241362"/>
              <a:satOff val="3282"/>
              <a:lumOff val="1386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1967" y="2290006"/>
        <a:ext cx="20094" cy="4018"/>
      </dsp:txXfrm>
    </dsp:sp>
    <dsp:sp modelId="{733DAF69-AF10-476D-8DA4-49628014186F}">
      <dsp:nvSpPr>
        <dsp:cNvPr id="0" name=""/>
        <dsp:cNvSpPr/>
      </dsp:nvSpPr>
      <dsp:spPr>
        <a:xfrm>
          <a:off x="818" y="1767810"/>
          <a:ext cx="1747351" cy="1048410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622" tIns="89875" rIns="85622" bIns="898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KPIs: State turnout, seats won, leading parties</a:t>
          </a:r>
        </a:p>
      </dsp:txBody>
      <dsp:txXfrm>
        <a:off x="818" y="1767810"/>
        <a:ext cx="1747351" cy="1048410"/>
      </dsp:txXfrm>
    </dsp:sp>
    <dsp:sp modelId="{2EE4241B-21B8-42EE-ABAB-63F9F520B0C4}">
      <dsp:nvSpPr>
        <dsp:cNvPr id="0" name=""/>
        <dsp:cNvSpPr/>
      </dsp:nvSpPr>
      <dsp:spPr>
        <a:xfrm>
          <a:off x="874494" y="2814420"/>
          <a:ext cx="2149241" cy="371290"/>
        </a:xfrm>
        <a:custGeom>
          <a:avLst/>
          <a:gdLst/>
          <a:ahLst/>
          <a:cxnLst/>
          <a:rect l="0" t="0" r="0" b="0"/>
          <a:pathLst>
            <a:path>
              <a:moveTo>
                <a:pt x="2149241" y="0"/>
              </a:moveTo>
              <a:lnTo>
                <a:pt x="2149241" y="202745"/>
              </a:lnTo>
              <a:lnTo>
                <a:pt x="0" y="202745"/>
              </a:lnTo>
              <a:lnTo>
                <a:pt x="0" y="37129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362044"/>
              <a:satOff val="4922"/>
              <a:lumOff val="2079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4452" y="2998056"/>
        <a:ext cx="109324" cy="4018"/>
      </dsp:txXfrm>
    </dsp:sp>
    <dsp:sp modelId="{CBB1BE4F-2450-4046-A276-F88E2E3CA249}">
      <dsp:nvSpPr>
        <dsp:cNvPr id="0" name=""/>
        <dsp:cNvSpPr/>
      </dsp:nvSpPr>
      <dsp:spPr>
        <a:xfrm>
          <a:off x="2150060" y="1767810"/>
          <a:ext cx="1747351" cy="1048410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622" tIns="89875" rIns="85622" bIns="898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Bar Chart: Seat share by party within selected state</a:t>
          </a:r>
        </a:p>
      </dsp:txBody>
      <dsp:txXfrm>
        <a:off x="2150060" y="1767810"/>
        <a:ext cx="1747351" cy="1048410"/>
      </dsp:txXfrm>
    </dsp:sp>
    <dsp:sp modelId="{20DB43FA-7464-4B67-AB9B-BF73D7F72700}">
      <dsp:nvSpPr>
        <dsp:cNvPr id="0" name=""/>
        <dsp:cNvSpPr/>
      </dsp:nvSpPr>
      <dsp:spPr>
        <a:xfrm>
          <a:off x="1746369" y="3696596"/>
          <a:ext cx="3712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1290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482725"/>
              <a:satOff val="6563"/>
              <a:lumOff val="2773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1967" y="3740307"/>
        <a:ext cx="20094" cy="4018"/>
      </dsp:txXfrm>
    </dsp:sp>
    <dsp:sp modelId="{639B44A0-B5FE-4300-998C-A5489960BCC9}">
      <dsp:nvSpPr>
        <dsp:cNvPr id="0" name=""/>
        <dsp:cNvSpPr/>
      </dsp:nvSpPr>
      <dsp:spPr>
        <a:xfrm>
          <a:off x="818" y="3218111"/>
          <a:ext cx="1747351" cy="1048410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622" tIns="89875" rIns="85622" bIns="898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Table: Candidate names, margins, and total votes</a:t>
          </a:r>
        </a:p>
      </dsp:txBody>
      <dsp:txXfrm>
        <a:off x="818" y="3218111"/>
        <a:ext cx="1747351" cy="1048410"/>
      </dsp:txXfrm>
    </dsp:sp>
    <dsp:sp modelId="{6BBB8442-10B8-4646-8563-814C62DA22EA}">
      <dsp:nvSpPr>
        <dsp:cNvPr id="0" name=""/>
        <dsp:cNvSpPr/>
      </dsp:nvSpPr>
      <dsp:spPr>
        <a:xfrm>
          <a:off x="2150060" y="3218111"/>
          <a:ext cx="1747351" cy="1048410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622" tIns="89875" rIns="85622" bIns="898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Example: Uttar Pradesh — Observe BJP vs. SP seat share shifts.</a:t>
          </a:r>
        </a:p>
      </dsp:txBody>
      <dsp:txXfrm>
        <a:off x="2150060" y="3218111"/>
        <a:ext cx="1747351" cy="10484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921E80-325C-45A3-8930-9CC3CBDC1D1D}">
      <dsp:nvSpPr>
        <dsp:cNvPr id="0" name=""/>
        <dsp:cNvSpPr/>
      </dsp:nvSpPr>
      <dsp:spPr>
        <a:xfrm>
          <a:off x="1752393" y="956551"/>
          <a:ext cx="3726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2675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8649" y="1000254"/>
        <a:ext cx="20163" cy="4032"/>
      </dsp:txXfrm>
    </dsp:sp>
    <dsp:sp modelId="{5FC2B8EE-DF1B-43D9-8077-F104733FF116}">
      <dsp:nvSpPr>
        <dsp:cNvPr id="0" name=""/>
        <dsp:cNvSpPr/>
      </dsp:nvSpPr>
      <dsp:spPr>
        <a:xfrm>
          <a:off x="821" y="476259"/>
          <a:ext cx="1753371" cy="105202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917" tIns="90185" rIns="85917" bIns="9018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Focus: Temporal and geographic analysis per party.</a:t>
          </a:r>
        </a:p>
      </dsp:txBody>
      <dsp:txXfrm>
        <a:off x="821" y="476259"/>
        <a:ext cx="1753371" cy="1052023"/>
      </dsp:txXfrm>
    </dsp:sp>
    <dsp:sp modelId="{7856AAF7-2956-45A9-A985-405ADCE78A69}">
      <dsp:nvSpPr>
        <dsp:cNvPr id="0" name=""/>
        <dsp:cNvSpPr/>
      </dsp:nvSpPr>
      <dsp:spPr>
        <a:xfrm>
          <a:off x="877507" y="1526482"/>
          <a:ext cx="2156647" cy="372675"/>
        </a:xfrm>
        <a:custGeom>
          <a:avLst/>
          <a:gdLst/>
          <a:ahLst/>
          <a:cxnLst/>
          <a:rect l="0" t="0" r="0" b="0"/>
          <a:pathLst>
            <a:path>
              <a:moveTo>
                <a:pt x="2156647" y="0"/>
              </a:moveTo>
              <a:lnTo>
                <a:pt x="2156647" y="203437"/>
              </a:lnTo>
              <a:lnTo>
                <a:pt x="0" y="203437"/>
              </a:lnTo>
              <a:lnTo>
                <a:pt x="0" y="372675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120681"/>
              <a:satOff val="1641"/>
              <a:lumOff val="693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00980" y="1710804"/>
        <a:ext cx="109701" cy="4032"/>
      </dsp:txXfrm>
    </dsp:sp>
    <dsp:sp modelId="{27271294-7240-422D-AC85-02A17A5906A6}">
      <dsp:nvSpPr>
        <dsp:cNvPr id="0" name=""/>
        <dsp:cNvSpPr/>
      </dsp:nvSpPr>
      <dsp:spPr>
        <a:xfrm>
          <a:off x="2157468" y="476259"/>
          <a:ext cx="1753371" cy="105202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917" tIns="90185" rIns="85917" bIns="9018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Highlights:</a:t>
          </a:r>
        </a:p>
      </dsp:txBody>
      <dsp:txXfrm>
        <a:off x="2157468" y="476259"/>
        <a:ext cx="1753371" cy="1052023"/>
      </dsp:txXfrm>
    </dsp:sp>
    <dsp:sp modelId="{F96DD42D-7081-4489-9FB4-85174615EBA9}">
      <dsp:nvSpPr>
        <dsp:cNvPr id="0" name=""/>
        <dsp:cNvSpPr/>
      </dsp:nvSpPr>
      <dsp:spPr>
        <a:xfrm>
          <a:off x="1752393" y="2411850"/>
          <a:ext cx="3726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2675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241362"/>
              <a:satOff val="3282"/>
              <a:lumOff val="1386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8649" y="2455553"/>
        <a:ext cx="20163" cy="4032"/>
      </dsp:txXfrm>
    </dsp:sp>
    <dsp:sp modelId="{C3EDA9D9-62DA-4793-8051-6C0DB13C43D8}">
      <dsp:nvSpPr>
        <dsp:cNvPr id="0" name=""/>
        <dsp:cNvSpPr/>
      </dsp:nvSpPr>
      <dsp:spPr>
        <a:xfrm>
          <a:off x="821" y="1931558"/>
          <a:ext cx="1753371" cy="105202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917" tIns="90185" rIns="85917" bIns="9018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Column Chart: Seats won (2009–2024)</a:t>
          </a:r>
        </a:p>
      </dsp:txBody>
      <dsp:txXfrm>
        <a:off x="821" y="1931558"/>
        <a:ext cx="1753371" cy="1052023"/>
      </dsp:txXfrm>
    </dsp:sp>
    <dsp:sp modelId="{2962CAA3-F7C8-438B-99B3-8AFAB2BD6B72}">
      <dsp:nvSpPr>
        <dsp:cNvPr id="0" name=""/>
        <dsp:cNvSpPr/>
      </dsp:nvSpPr>
      <dsp:spPr>
        <a:xfrm>
          <a:off x="877507" y="2981781"/>
          <a:ext cx="2156647" cy="372675"/>
        </a:xfrm>
        <a:custGeom>
          <a:avLst/>
          <a:gdLst/>
          <a:ahLst/>
          <a:cxnLst/>
          <a:rect l="0" t="0" r="0" b="0"/>
          <a:pathLst>
            <a:path>
              <a:moveTo>
                <a:pt x="2156647" y="0"/>
              </a:moveTo>
              <a:lnTo>
                <a:pt x="2156647" y="203437"/>
              </a:lnTo>
              <a:lnTo>
                <a:pt x="0" y="203437"/>
              </a:lnTo>
              <a:lnTo>
                <a:pt x="0" y="372675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362044"/>
              <a:satOff val="4922"/>
              <a:lumOff val="2079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00980" y="3166102"/>
        <a:ext cx="109701" cy="4032"/>
      </dsp:txXfrm>
    </dsp:sp>
    <dsp:sp modelId="{59797C22-2EB4-4636-96B0-FDD3B0AB68C8}">
      <dsp:nvSpPr>
        <dsp:cNvPr id="0" name=""/>
        <dsp:cNvSpPr/>
      </dsp:nvSpPr>
      <dsp:spPr>
        <a:xfrm>
          <a:off x="2157468" y="1931558"/>
          <a:ext cx="1753371" cy="105202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917" tIns="90185" rIns="85917" bIns="9018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Line Chart: Vote Share % trend</a:t>
          </a:r>
        </a:p>
      </dsp:txBody>
      <dsp:txXfrm>
        <a:off x="2157468" y="1931558"/>
        <a:ext cx="1753371" cy="1052023"/>
      </dsp:txXfrm>
    </dsp:sp>
    <dsp:sp modelId="{A13B5B6A-3E8C-409F-AA04-A3216DA57169}">
      <dsp:nvSpPr>
        <dsp:cNvPr id="0" name=""/>
        <dsp:cNvSpPr/>
      </dsp:nvSpPr>
      <dsp:spPr>
        <a:xfrm>
          <a:off x="1752393" y="3867148"/>
          <a:ext cx="3726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2675" y="45720"/>
              </a:lnTo>
            </a:path>
          </a:pathLst>
        </a:custGeom>
        <a:noFill/>
        <a:ln w="9525" cap="flat" cmpd="sng" algn="ctr">
          <a:solidFill>
            <a:schemeClr val="accent6">
              <a:shade val="90000"/>
              <a:hueOff val="-482725"/>
              <a:satOff val="6563"/>
              <a:lumOff val="2773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28649" y="3910852"/>
        <a:ext cx="20163" cy="4032"/>
      </dsp:txXfrm>
    </dsp:sp>
    <dsp:sp modelId="{B39AA249-77D9-452E-8E1B-30BFF496DF4A}">
      <dsp:nvSpPr>
        <dsp:cNvPr id="0" name=""/>
        <dsp:cNvSpPr/>
      </dsp:nvSpPr>
      <dsp:spPr>
        <a:xfrm>
          <a:off x="821" y="3386857"/>
          <a:ext cx="1753371" cy="105202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917" tIns="90185" rIns="85917" bIns="9018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Map: Regional distribution of wins</a:t>
          </a:r>
        </a:p>
      </dsp:txBody>
      <dsp:txXfrm>
        <a:off x="821" y="3386857"/>
        <a:ext cx="1753371" cy="1052023"/>
      </dsp:txXfrm>
    </dsp:sp>
    <dsp:sp modelId="{797B3475-428B-4F41-B272-F9EF8760B092}">
      <dsp:nvSpPr>
        <dsp:cNvPr id="0" name=""/>
        <dsp:cNvSpPr/>
      </dsp:nvSpPr>
      <dsp:spPr>
        <a:xfrm>
          <a:off x="2157468" y="3386857"/>
          <a:ext cx="1753371" cy="105202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917" tIns="90185" rIns="85917" bIns="9018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Example: Compare BJP and INC performance trajectories.</a:t>
          </a:r>
        </a:p>
      </dsp:txBody>
      <dsp:txXfrm>
        <a:off x="2157468" y="3386857"/>
        <a:ext cx="1753371" cy="10520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4F550-F9D1-437B-9640-D20EB3EB1D43}">
      <dsp:nvSpPr>
        <dsp:cNvPr id="0" name=""/>
        <dsp:cNvSpPr/>
      </dsp:nvSpPr>
      <dsp:spPr>
        <a:xfrm>
          <a:off x="10693" y="309749"/>
          <a:ext cx="1777388" cy="106643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Focus: Advanced analytics page (Margins, Turnout, Patterns).</a:t>
          </a:r>
        </a:p>
      </dsp:txBody>
      <dsp:txXfrm>
        <a:off x="10693" y="309749"/>
        <a:ext cx="1777388" cy="1066433"/>
      </dsp:txXfrm>
    </dsp:sp>
    <dsp:sp modelId="{266750B0-05F8-450D-8FBF-9A9CECF75689}">
      <dsp:nvSpPr>
        <dsp:cNvPr id="0" name=""/>
        <dsp:cNvSpPr/>
      </dsp:nvSpPr>
      <dsp:spPr>
        <a:xfrm>
          <a:off x="1955583" y="310090"/>
          <a:ext cx="1777388" cy="106643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Highlights:</a:t>
          </a:r>
        </a:p>
      </dsp:txBody>
      <dsp:txXfrm>
        <a:off x="1955583" y="310090"/>
        <a:ext cx="1777388" cy="1066433"/>
      </dsp:txXfrm>
    </dsp:sp>
    <dsp:sp modelId="{E389356B-E936-4D49-989D-AB21886E4A17}">
      <dsp:nvSpPr>
        <dsp:cNvPr id="0" name=""/>
        <dsp:cNvSpPr/>
      </dsp:nvSpPr>
      <dsp:spPr>
        <a:xfrm>
          <a:off x="455" y="1554262"/>
          <a:ext cx="1777388" cy="106643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- Histogram: Victory margin distribution</a:t>
          </a:r>
        </a:p>
      </dsp:txBody>
      <dsp:txXfrm>
        <a:off x="455" y="1554262"/>
        <a:ext cx="1777388" cy="1066433"/>
      </dsp:txXfrm>
    </dsp:sp>
    <dsp:sp modelId="{9568B89D-7B4A-48C7-996B-8253FCC6B9D2}">
      <dsp:nvSpPr>
        <dsp:cNvPr id="0" name=""/>
        <dsp:cNvSpPr/>
      </dsp:nvSpPr>
      <dsp:spPr>
        <a:xfrm>
          <a:off x="1955583" y="1554262"/>
          <a:ext cx="1777388" cy="106643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Scatter Plot: Turnout vs Margin correlation</a:t>
          </a:r>
        </a:p>
      </dsp:txBody>
      <dsp:txXfrm>
        <a:off x="1955583" y="1554262"/>
        <a:ext cx="1777388" cy="1066433"/>
      </dsp:txXfrm>
    </dsp:sp>
    <dsp:sp modelId="{2F35EDCF-B641-4688-9751-96608FEB2BE4}">
      <dsp:nvSpPr>
        <dsp:cNvPr id="0" name=""/>
        <dsp:cNvSpPr/>
      </dsp:nvSpPr>
      <dsp:spPr>
        <a:xfrm>
          <a:off x="978019" y="2798435"/>
          <a:ext cx="1777388" cy="1066433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Insight: Identify competitive constituencies and turnout behavior.</a:t>
          </a:r>
        </a:p>
      </dsp:txBody>
      <dsp:txXfrm>
        <a:off x="978019" y="2798435"/>
        <a:ext cx="1777388" cy="10664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56DEA-327F-40BB-A646-F65BF12A9133}">
      <dsp:nvSpPr>
        <dsp:cNvPr id="0" name=""/>
        <dsp:cNvSpPr/>
      </dsp:nvSpPr>
      <dsp:spPr>
        <a:xfrm>
          <a:off x="0" y="196489"/>
          <a:ext cx="5240867" cy="1125348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3BEBF3-37C5-4E42-BB39-D30872F35DED}">
      <dsp:nvSpPr>
        <dsp:cNvPr id="0" name=""/>
        <dsp:cNvSpPr/>
      </dsp:nvSpPr>
      <dsp:spPr>
        <a:xfrm>
          <a:off x="340418" y="449693"/>
          <a:ext cx="618941" cy="6189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E1869-C553-45D3-8148-CA167007635E}">
      <dsp:nvSpPr>
        <dsp:cNvPr id="0" name=""/>
        <dsp:cNvSpPr/>
      </dsp:nvSpPr>
      <dsp:spPr>
        <a:xfrm>
          <a:off x="1299778" y="196489"/>
          <a:ext cx="3941088" cy="1125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099" tIns="119099" rIns="119099" bIns="119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The dashboard revealed clear regional variations in voter turnout and party dominance. We found that major national parties showed concentrated influence in specific zones. </a:t>
          </a:r>
          <a:endParaRPr lang="en-US" sz="1400" kern="1200" dirty="0"/>
        </a:p>
      </dsp:txBody>
      <dsp:txXfrm>
        <a:off x="1299778" y="196489"/>
        <a:ext cx="3941088" cy="1125348"/>
      </dsp:txXfrm>
    </dsp:sp>
    <dsp:sp modelId="{44BFF518-FC88-43EF-988A-0D965604182B}">
      <dsp:nvSpPr>
        <dsp:cNvPr id="0" name=""/>
        <dsp:cNvSpPr/>
      </dsp:nvSpPr>
      <dsp:spPr>
        <a:xfrm>
          <a:off x="0" y="1536190"/>
          <a:ext cx="5240867" cy="1125348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CB059-E70E-4F87-B46C-C210875A71C5}">
      <dsp:nvSpPr>
        <dsp:cNvPr id="0" name=""/>
        <dsp:cNvSpPr/>
      </dsp:nvSpPr>
      <dsp:spPr>
        <a:xfrm>
          <a:off x="340418" y="1789394"/>
          <a:ext cx="618941" cy="6189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E1E56-B7C3-44F4-B550-B7F64DC2544E}">
      <dsp:nvSpPr>
        <dsp:cNvPr id="0" name=""/>
        <dsp:cNvSpPr/>
      </dsp:nvSpPr>
      <dsp:spPr>
        <a:xfrm>
          <a:off x="1299778" y="1536190"/>
          <a:ext cx="3941088" cy="1125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099" tIns="119099" rIns="119099" bIns="1190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A key insight was that states with higher turnout often correlated with narrower winning margins, indicating stronger political competition.</a:t>
          </a:r>
          <a:endParaRPr lang="en-US" sz="1400" kern="1200" dirty="0"/>
        </a:p>
      </dsp:txBody>
      <dsp:txXfrm>
        <a:off x="1299778" y="1536190"/>
        <a:ext cx="3941088" cy="11253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1B148-B776-4FF6-8859-7ED5624F115C}">
      <dsp:nvSpPr>
        <dsp:cNvPr id="0" name=""/>
        <dsp:cNvSpPr/>
      </dsp:nvSpPr>
      <dsp:spPr>
        <a:xfrm>
          <a:off x="792075" y="383441"/>
          <a:ext cx="713496" cy="7134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8E1FC-60A8-484F-93E3-4BE2DF74A6AB}">
      <dsp:nvSpPr>
        <dsp:cNvPr id="0" name=""/>
        <dsp:cNvSpPr/>
      </dsp:nvSpPr>
      <dsp:spPr>
        <a:xfrm>
          <a:off x="356050" y="1378949"/>
          <a:ext cx="1585546" cy="77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bg1"/>
              </a:solidFill>
            </a:rPr>
            <a:t>Efficiency: Reduces analysis time from days to minutes.</a:t>
          </a:r>
        </a:p>
      </dsp:txBody>
      <dsp:txXfrm>
        <a:off x="356050" y="1378949"/>
        <a:ext cx="1585546" cy="772954"/>
      </dsp:txXfrm>
    </dsp:sp>
    <dsp:sp modelId="{9BCB3D9A-022C-4BD6-A5D7-795CD6FD27A7}">
      <dsp:nvSpPr>
        <dsp:cNvPr id="0" name=""/>
        <dsp:cNvSpPr/>
      </dsp:nvSpPr>
      <dsp:spPr>
        <a:xfrm>
          <a:off x="2655093" y="383441"/>
          <a:ext cx="713496" cy="7134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3071D-A334-4BBA-9BCE-58676B68425F}">
      <dsp:nvSpPr>
        <dsp:cNvPr id="0" name=""/>
        <dsp:cNvSpPr/>
      </dsp:nvSpPr>
      <dsp:spPr>
        <a:xfrm>
          <a:off x="2219067" y="1378949"/>
          <a:ext cx="1585546" cy="77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bg1"/>
              </a:solidFill>
            </a:rPr>
            <a:t>Accuracy: Ensures clean, standardized datasets.</a:t>
          </a:r>
        </a:p>
      </dsp:txBody>
      <dsp:txXfrm>
        <a:off x="2219067" y="1378949"/>
        <a:ext cx="1585546" cy="772954"/>
      </dsp:txXfrm>
    </dsp:sp>
    <dsp:sp modelId="{6D5098E6-26C8-4FD5-9384-4E014A8FF2B4}">
      <dsp:nvSpPr>
        <dsp:cNvPr id="0" name=""/>
        <dsp:cNvSpPr/>
      </dsp:nvSpPr>
      <dsp:spPr>
        <a:xfrm>
          <a:off x="4518110" y="383441"/>
          <a:ext cx="713496" cy="7134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7A020-BEA0-4BFB-AF3B-BC93622E6CE4}">
      <dsp:nvSpPr>
        <dsp:cNvPr id="0" name=""/>
        <dsp:cNvSpPr/>
      </dsp:nvSpPr>
      <dsp:spPr>
        <a:xfrm>
          <a:off x="4082085" y="1378949"/>
          <a:ext cx="1585546" cy="77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bg1"/>
              </a:solidFill>
            </a:rPr>
            <a:t>Accessibility: Empowers journalists, analysts, and citizens.</a:t>
          </a:r>
        </a:p>
      </dsp:txBody>
      <dsp:txXfrm>
        <a:off x="4082085" y="1378949"/>
        <a:ext cx="1585546" cy="772954"/>
      </dsp:txXfrm>
    </dsp:sp>
    <dsp:sp modelId="{80E8BC20-6029-447A-86D3-93A08098B523}">
      <dsp:nvSpPr>
        <dsp:cNvPr id="0" name=""/>
        <dsp:cNvSpPr/>
      </dsp:nvSpPr>
      <dsp:spPr>
        <a:xfrm>
          <a:off x="6381128" y="383441"/>
          <a:ext cx="713496" cy="7134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2960BB-AEA5-444F-9819-BBAC8BC99DC1}">
      <dsp:nvSpPr>
        <dsp:cNvPr id="0" name=""/>
        <dsp:cNvSpPr/>
      </dsp:nvSpPr>
      <dsp:spPr>
        <a:xfrm>
          <a:off x="5945102" y="1378949"/>
          <a:ext cx="1585546" cy="77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bg1"/>
              </a:solidFill>
            </a:rPr>
            <a:t>Analytical Depth: Reveals trends across 15 years.</a:t>
          </a:r>
        </a:p>
      </dsp:txBody>
      <dsp:txXfrm>
        <a:off x="5945102" y="1378949"/>
        <a:ext cx="1585546" cy="772954"/>
      </dsp:txXfrm>
    </dsp:sp>
    <dsp:sp modelId="{2DFCFB59-E879-45AE-BB1B-19842B30B66B}">
      <dsp:nvSpPr>
        <dsp:cNvPr id="0" name=""/>
        <dsp:cNvSpPr/>
      </dsp:nvSpPr>
      <dsp:spPr>
        <a:xfrm>
          <a:off x="3586601" y="2548290"/>
          <a:ext cx="713496" cy="7134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74E0E-408C-4603-95FF-7387F5D969B9}">
      <dsp:nvSpPr>
        <dsp:cNvPr id="0" name=""/>
        <dsp:cNvSpPr/>
      </dsp:nvSpPr>
      <dsp:spPr>
        <a:xfrm>
          <a:off x="3150576" y="3543798"/>
          <a:ext cx="1585546" cy="7729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bg1"/>
              </a:solidFill>
            </a:rPr>
            <a:t>Data Democratization: Makes complex data transparent and explorable.</a:t>
          </a:r>
        </a:p>
      </dsp:txBody>
      <dsp:txXfrm>
        <a:off x="3150576" y="3543798"/>
        <a:ext cx="1585546" cy="7729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18233-038C-4E01-8330-26BE87C1710C}">
      <dsp:nvSpPr>
        <dsp:cNvPr id="0" name=""/>
        <dsp:cNvSpPr/>
      </dsp:nvSpPr>
      <dsp:spPr>
        <a:xfrm>
          <a:off x="49427" y="795493"/>
          <a:ext cx="1082781" cy="1082781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E809B-500B-4C22-BDC8-A2B8F715075A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AE10C-6318-466C-B8AC-88435F9B9F98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1"/>
              </a:solidFill>
            </a:rPr>
            <a:t>Pre-2009 Integration: Add legacy election data with delimitation mapping.</a:t>
          </a:r>
        </a:p>
      </dsp:txBody>
      <dsp:txXfrm>
        <a:off x="1340173" y="795493"/>
        <a:ext cx="2552269" cy="1082781"/>
      </dsp:txXfrm>
    </dsp:sp>
    <dsp:sp modelId="{B08A9D77-989E-4E26-AB51-77B9FA7A5E48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E77AC-B762-429A-AF93-634394F7A03D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3B356-BCC6-4525-883E-83755919049F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bg1"/>
              </a:solidFill>
            </a:rPr>
            <a:t>Socio-Economic Layer: Combine with Census or literacy data.</a:t>
          </a:r>
        </a:p>
      </dsp:txBody>
      <dsp:txXfrm>
        <a:off x="5651962" y="795493"/>
        <a:ext cx="2552269" cy="1082781"/>
      </dsp:txXfrm>
    </dsp:sp>
    <dsp:sp modelId="{40920CA6-EFAF-4D02-BD10-002C57E30E0E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1F62F3-9FCD-4F25-AA10-28A063F6D61E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30FB2-AE19-4392-8B46-49B53C19637F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bg1"/>
              </a:solidFill>
            </a:rPr>
            <a:t>Real-Time Mode: Live data feed for upcoming elections.</a:t>
          </a:r>
        </a:p>
      </dsp:txBody>
      <dsp:txXfrm>
        <a:off x="1340173" y="2647688"/>
        <a:ext cx="2552269" cy="1082781"/>
      </dsp:txXfrm>
    </dsp:sp>
    <dsp:sp modelId="{202FD837-D6A9-4313-A4A2-42CE667066A9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408A8C-A949-41DE-B880-6058E32E2536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D0927-31D0-4A81-A761-A94BA8A22F01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bg1"/>
              </a:solidFill>
            </a:rPr>
            <a:t>Vision: Transform ElectViz into a comprehensive, real-time election intelligence system.</a:t>
          </a:r>
        </a:p>
      </dsp:txBody>
      <dsp:txXfrm>
        <a:off x="5651962" y="2647688"/>
        <a:ext cx="2552269" cy="10827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8DF26-EBEE-47D9-A277-EBDA14D69169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rgbClr val="47556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BA42A9-2284-4072-8EA6-B0A70A68D440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A8614-7222-4D7B-BFCE-854091B7F910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The ElectViz project successfully transformed raw election datasets into interactive and meaningful insights.</a:t>
          </a:r>
          <a:endParaRPr lang="en-US" sz="1700" kern="1200"/>
        </a:p>
      </dsp:txBody>
      <dsp:txXfrm>
        <a:off x="1058686" y="1808"/>
        <a:ext cx="6828013" cy="916611"/>
      </dsp:txXfrm>
    </dsp:sp>
    <dsp:sp modelId="{3059D6B4-CEE6-4E03-93AD-3AC007D768C7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rgbClr val="47556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548B3A-8599-49BB-9BAE-4672BB57DE39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5A28B-F206-4FB5-8050-D5B0E08A35E7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The experience enhanced both technical expertise and analytical thinking, aligning closely with career aspirations in data analytics and research.</a:t>
          </a:r>
          <a:endParaRPr lang="en-US" sz="1700" kern="1200" dirty="0"/>
        </a:p>
      </dsp:txBody>
      <dsp:txXfrm>
        <a:off x="1058686" y="1147573"/>
        <a:ext cx="6828013" cy="916611"/>
      </dsp:txXfrm>
    </dsp:sp>
    <dsp:sp modelId="{42941E0C-9C20-4AF1-8664-A647763EFC97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rgbClr val="47556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1F3C40-8288-4FC6-87B0-0ACE3F20C1BF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643D7-9BF9-4EDB-912D-57F945AFEC24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The internship provided a valuable opportunity to apply classroom knowledge to real-world data storytelling challenges.</a:t>
          </a:r>
          <a:endParaRPr lang="en-US" sz="1700" kern="1200" dirty="0"/>
        </a:p>
      </dsp:txBody>
      <dsp:txXfrm>
        <a:off x="1058686" y="2293338"/>
        <a:ext cx="6828013" cy="916611"/>
      </dsp:txXfrm>
    </dsp:sp>
    <dsp:sp modelId="{025F706B-49F8-45C7-AFAB-CDBF6A8173EE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rgbClr val="47556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66D45-08DF-40BB-AA32-2D7B4071A48C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97FD0-326F-4F97-AF7E-2D57FFE73AEC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solidFill>
          <a:srgbClr val="475569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This experience reinforced the value of structured data analytics in creating informed, data-driven narratives.</a:t>
          </a:r>
          <a:endParaRPr lang="en-US" sz="1700" kern="1200" dirty="0"/>
        </a:p>
      </dsp:txBody>
      <dsp:txXfrm>
        <a:off x="1058686" y="3439103"/>
        <a:ext cx="6828013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172653" cy="2652966"/>
          </a:xfrm>
        </p:spPr>
        <p:txBody>
          <a:bodyPr anchor="b">
            <a:normAutofit/>
          </a:bodyPr>
          <a:lstStyle/>
          <a:p>
            <a:r>
              <a:rPr lang="en-GB" sz="4800" b="1" dirty="0">
                <a:solidFill>
                  <a:schemeClr val="accent6"/>
                </a:solidFill>
              </a:rPr>
              <a:t>ELECTVIZ ELECTION DATA VISUALIZATION FOR ON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2889" y="5041476"/>
            <a:ext cx="3860799" cy="90228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000" b="1" dirty="0">
              <a:solidFill>
                <a:schemeClr val="bg1"/>
              </a:solidFill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IN" sz="2000" b="1" dirty="0">
                <a:solidFill>
                  <a:schemeClr val="bg1"/>
                </a:solidFill>
              </a:rPr>
              <a:t>Presented by: Dishant Gangwar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FF9D09-2B2D-FDF3-C278-031CE0B64862}"/>
              </a:ext>
            </a:extLst>
          </p:cNvPr>
          <p:cNvSpPr txBox="1">
            <a:spLocks/>
          </p:cNvSpPr>
          <p:nvPr/>
        </p:nvSpPr>
        <p:spPr>
          <a:xfrm>
            <a:off x="1141775" y="876698"/>
            <a:ext cx="6860450" cy="7926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2800" b="1" dirty="0">
                <a:solidFill>
                  <a:schemeClr val="bg1"/>
                </a:solidFill>
              </a:rPr>
              <a:t>Infosys Springboard – Virtual Internship 6.0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FCB01E-2DFA-38E7-8ADC-B7DBD71D5CD3}"/>
              </a:ext>
            </a:extLst>
          </p:cNvPr>
          <p:cNvSpPr txBox="1">
            <a:spLocks/>
          </p:cNvSpPr>
          <p:nvPr/>
        </p:nvSpPr>
        <p:spPr>
          <a:xfrm>
            <a:off x="5192889" y="4382947"/>
            <a:ext cx="3420532" cy="902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IN" sz="2000" b="1" dirty="0">
              <a:solidFill>
                <a:schemeClr val="bg1"/>
              </a:solidFill>
            </a:endParaRPr>
          </a:p>
          <a:p>
            <a:pPr marL="0" indent="0">
              <a:spcAft>
                <a:spcPts val="800"/>
              </a:spcAft>
              <a:buFont typeface="Arial"/>
              <a:buNone/>
            </a:pPr>
            <a:r>
              <a:rPr lang="en-IN" sz="2000" b="1" dirty="0">
                <a:solidFill>
                  <a:schemeClr val="bg1"/>
                </a:solidFill>
              </a:rPr>
              <a:t>Mentor: Nithyasri S 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537D-D2EE-276B-2433-76C3CB92B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401884"/>
            <a:ext cx="7626096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8FB2A-EAD4-ADF3-92D4-B2C859B68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3956" y="2206978"/>
            <a:ext cx="6618338" cy="640451"/>
          </a:xfrm>
        </p:spPr>
        <p:txBody>
          <a:bodyPr vert="horz" lIns="91440" tIns="45720" rIns="91440" bIns="45720" rtlCol="0">
            <a:normAutofit/>
          </a:bodyPr>
          <a:lstStyle/>
          <a:p>
            <a:pPr marL="114300" algn="l" defTabSz="914400">
              <a:lnSpc>
                <a:spcPct val="90000"/>
              </a:lnSpc>
            </a:pPr>
            <a:r>
              <a:rPr lang="en-US" sz="1900" b="1" dirty="0">
                <a:solidFill>
                  <a:schemeClr val="bg1"/>
                </a:solidFill>
              </a:rPr>
              <a:t>Design </a:t>
            </a:r>
            <a:r>
              <a:rPr lang="en-US" sz="1900" dirty="0">
                <a:solidFill>
                  <a:schemeClr val="bg1"/>
                </a:solidFill>
              </a:rPr>
              <a:t>an interactive data visualization platform that simplifies analysis of Lok Sabha election results using Power BI.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A93184-E22E-5EDE-E030-2E5187AABA95}"/>
              </a:ext>
            </a:extLst>
          </p:cNvPr>
          <p:cNvSpPr txBox="1">
            <a:spLocks/>
          </p:cNvSpPr>
          <p:nvPr/>
        </p:nvSpPr>
        <p:spPr>
          <a:xfrm>
            <a:off x="1873956" y="3026631"/>
            <a:ext cx="6618338" cy="71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algn="l" defTabSz="914400">
              <a:lnSpc>
                <a:spcPct val="90000"/>
              </a:lnSpc>
            </a:pPr>
            <a:r>
              <a:rPr lang="en-US" sz="1900" b="1" dirty="0">
                <a:solidFill>
                  <a:schemeClr val="bg1"/>
                </a:solidFill>
              </a:rPr>
              <a:t>Enable</a:t>
            </a:r>
            <a:r>
              <a:rPr lang="en-US" sz="1900" dirty="0">
                <a:solidFill>
                  <a:schemeClr val="bg1"/>
                </a:solidFill>
              </a:rPr>
              <a:t> real-time insights for media teams, researchers, and policymakers by visualizing key trends.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852BC40-19B5-0B29-3903-BF76A45F1BD6}"/>
              </a:ext>
            </a:extLst>
          </p:cNvPr>
          <p:cNvSpPr txBox="1">
            <a:spLocks/>
          </p:cNvSpPr>
          <p:nvPr/>
        </p:nvSpPr>
        <p:spPr>
          <a:xfrm>
            <a:off x="1873957" y="3874528"/>
            <a:ext cx="6618338" cy="71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algn="l" defTabSz="914400">
              <a:lnSpc>
                <a:spcPct val="90000"/>
              </a:lnSpc>
            </a:pPr>
            <a:r>
              <a:rPr lang="en-US" sz="1900" b="1" dirty="0">
                <a:solidFill>
                  <a:schemeClr val="bg1"/>
                </a:solidFill>
              </a:rPr>
              <a:t>Visualize</a:t>
            </a:r>
            <a:r>
              <a:rPr lang="en-US" sz="1900" dirty="0">
                <a:solidFill>
                  <a:schemeClr val="bg1"/>
                </a:solidFill>
              </a:rPr>
              <a:t> voter turnout, party performance, and state-wise comparisons across multiple election cycles.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8BD6838-35DA-3CDE-5B62-CD58391AEE08}"/>
              </a:ext>
            </a:extLst>
          </p:cNvPr>
          <p:cNvSpPr txBox="1">
            <a:spLocks/>
          </p:cNvSpPr>
          <p:nvPr/>
        </p:nvSpPr>
        <p:spPr>
          <a:xfrm>
            <a:off x="1873956" y="4730044"/>
            <a:ext cx="6618338" cy="71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algn="l" defTabSz="914400">
              <a:lnSpc>
                <a:spcPct val="90000"/>
              </a:lnSpc>
            </a:pPr>
            <a:r>
              <a:rPr lang="en-US" sz="1900" b="1" dirty="0">
                <a:solidFill>
                  <a:schemeClr val="bg1"/>
                </a:solidFill>
              </a:rPr>
              <a:t>Improve</a:t>
            </a:r>
            <a:r>
              <a:rPr lang="en-US" sz="1900" dirty="0">
                <a:solidFill>
                  <a:schemeClr val="bg1"/>
                </a:solidFill>
              </a:rPr>
              <a:t> transparency, data-driven storytelling, and public awareness in the democratic process.</a:t>
            </a:r>
          </a:p>
        </p:txBody>
      </p:sp>
      <p:pic>
        <p:nvPicPr>
          <p:cNvPr id="13" name="Graphic 12" descr="Target with solid fill">
            <a:extLst>
              <a:ext uri="{FF2B5EF4-FFF2-40B4-BE49-F238E27FC236}">
                <a16:creationId xmlns:a16="http://schemas.microsoft.com/office/drawing/2014/main" id="{C43DA09A-1005-8F91-D310-360206A99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9511" y="2222419"/>
            <a:ext cx="550559" cy="550559"/>
          </a:xfrm>
          <a:prstGeom prst="rect">
            <a:avLst/>
          </a:prstGeom>
        </p:spPr>
      </p:pic>
      <p:pic>
        <p:nvPicPr>
          <p:cNvPr id="14" name="Graphic 13" descr="Target with solid fill">
            <a:extLst>
              <a:ext uri="{FF2B5EF4-FFF2-40B4-BE49-F238E27FC236}">
                <a16:creationId xmlns:a16="http://schemas.microsoft.com/office/drawing/2014/main" id="{55ABEC4A-51DD-BFFF-90D8-C6180C270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9022" y="3075882"/>
            <a:ext cx="550559" cy="550559"/>
          </a:xfrm>
          <a:prstGeom prst="rect">
            <a:avLst/>
          </a:prstGeom>
        </p:spPr>
      </p:pic>
      <p:pic>
        <p:nvPicPr>
          <p:cNvPr id="15" name="Graphic 14" descr="Target with solid fill">
            <a:extLst>
              <a:ext uri="{FF2B5EF4-FFF2-40B4-BE49-F238E27FC236}">
                <a16:creationId xmlns:a16="http://schemas.microsoft.com/office/drawing/2014/main" id="{0D7129FA-9718-3454-B7C9-790407D21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9022" y="3893911"/>
            <a:ext cx="550559" cy="550559"/>
          </a:xfrm>
          <a:prstGeom prst="rect">
            <a:avLst/>
          </a:prstGeom>
        </p:spPr>
      </p:pic>
      <p:pic>
        <p:nvPicPr>
          <p:cNvPr id="16" name="Graphic 15" descr="Target with solid fill">
            <a:extLst>
              <a:ext uri="{FF2B5EF4-FFF2-40B4-BE49-F238E27FC236}">
                <a16:creationId xmlns:a16="http://schemas.microsoft.com/office/drawing/2014/main" id="{6F69A55A-7CB8-3DD2-E7F1-9C003C646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4646" y="4747656"/>
            <a:ext cx="550559" cy="5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40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9C7C09-8A24-B9B1-D77C-AF7764B801A9}"/>
              </a:ext>
            </a:extLst>
          </p:cNvPr>
          <p:cNvSpPr/>
          <p:nvPr/>
        </p:nvSpPr>
        <p:spPr>
          <a:xfrm>
            <a:off x="304771" y="2543766"/>
            <a:ext cx="4020149" cy="2730732"/>
          </a:xfrm>
          <a:prstGeom prst="roundRect">
            <a:avLst/>
          </a:prstGeom>
          <a:solidFill>
            <a:srgbClr val="475569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2623DC-E47B-2DEF-26F5-C3904A6B7026}"/>
              </a:ext>
            </a:extLst>
          </p:cNvPr>
          <p:cNvSpPr/>
          <p:nvPr/>
        </p:nvSpPr>
        <p:spPr>
          <a:xfrm>
            <a:off x="4654928" y="2543766"/>
            <a:ext cx="4020149" cy="2730732"/>
          </a:xfrm>
          <a:prstGeom prst="roundRect">
            <a:avLst/>
          </a:prstGeom>
          <a:solidFill>
            <a:srgbClr val="475569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71" y="451945"/>
            <a:ext cx="8018641" cy="14675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Challenge: Why ElectViz?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0ACB8DC3-5146-DD49-FC60-E20161ED710A}"/>
              </a:ext>
            </a:extLst>
          </p:cNvPr>
          <p:cNvSpPr txBox="1">
            <a:spLocks/>
          </p:cNvSpPr>
          <p:nvPr/>
        </p:nvSpPr>
        <p:spPr>
          <a:xfrm>
            <a:off x="4899350" y="3402688"/>
            <a:ext cx="3516923" cy="171687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We faced varying data formats, renamed states, and inconsistent party acronyms. This required massive manual cleaning and standardization to create a single, reliable source of truth.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AEC89456-D46B-21F6-CD3D-1D154BD0913D}"/>
              </a:ext>
            </a:extLst>
          </p:cNvPr>
          <p:cNvSpPr txBox="1">
            <a:spLocks/>
          </p:cNvSpPr>
          <p:nvPr/>
        </p:nvSpPr>
        <p:spPr>
          <a:xfrm>
            <a:off x="533385" y="2835377"/>
            <a:ext cx="3176059" cy="576993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</a:pPr>
            <a:r>
              <a:rPr lang="en-US" b="1" dirty="0">
                <a:solidFill>
                  <a:schemeClr val="accent6"/>
                </a:solidFill>
              </a:rPr>
              <a:t>Fragmented Data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A77CA062-FBCC-B5E4-753F-DA539A7841C2}"/>
              </a:ext>
            </a:extLst>
          </p:cNvPr>
          <p:cNvSpPr txBox="1">
            <a:spLocks/>
          </p:cNvSpPr>
          <p:nvPr/>
        </p:nvSpPr>
        <p:spPr>
          <a:xfrm>
            <a:off x="533385" y="3464564"/>
            <a:ext cx="3562919" cy="1292487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Election results are spread across separate yearly files (2009-2024). This makes cross-election trend analysis difficult, time-consuming, and prone to error.</a:t>
            </a:r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2AA0C2A0-0F34-E8E8-9BEB-37FD9A038798}"/>
              </a:ext>
            </a:extLst>
          </p:cNvPr>
          <p:cNvSpPr txBox="1">
            <a:spLocks/>
          </p:cNvSpPr>
          <p:nvPr/>
        </p:nvSpPr>
        <p:spPr>
          <a:xfrm>
            <a:off x="4906540" y="2823066"/>
            <a:ext cx="3516923" cy="579622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6">
                <a:satMod val="175000"/>
                <a:alpha val="40000"/>
              </a:schemeClr>
            </a:glow>
            <a:outerShdw blurRad="50800" dist="38100" dir="10800000" algn="r" rotWithShape="0">
              <a:prstClr val="black">
                <a:alpha val="40000"/>
              </a:prstClr>
            </a:outerShdw>
            <a:softEdge rad="31750"/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</a:pPr>
            <a:r>
              <a:rPr lang="en-US" b="1" dirty="0">
                <a:solidFill>
                  <a:schemeClr val="accent6"/>
                </a:solidFill>
              </a:rPr>
              <a:t>Inconsistent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30154B-4762-C4B1-E5B2-B0B3F3A7496E}"/>
              </a:ext>
            </a:extLst>
          </p:cNvPr>
          <p:cNvSpPr/>
          <p:nvPr/>
        </p:nvSpPr>
        <p:spPr>
          <a:xfrm>
            <a:off x="353917" y="2350036"/>
            <a:ext cx="2540002" cy="3141635"/>
          </a:xfrm>
          <a:prstGeom prst="roundRect">
            <a:avLst>
              <a:gd name="adj" fmla="val 4926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5E0A75-A6DA-CF52-DBB2-C5F5B8A68E75}"/>
              </a:ext>
            </a:extLst>
          </p:cNvPr>
          <p:cNvSpPr/>
          <p:nvPr/>
        </p:nvSpPr>
        <p:spPr>
          <a:xfrm>
            <a:off x="3324471" y="2315538"/>
            <a:ext cx="2540002" cy="3141635"/>
          </a:xfrm>
          <a:prstGeom prst="roundRect">
            <a:avLst>
              <a:gd name="adj" fmla="val 4926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6B3B6A-C0C3-C909-CA19-8A1D85E8E8A8}"/>
              </a:ext>
            </a:extLst>
          </p:cNvPr>
          <p:cNvSpPr/>
          <p:nvPr/>
        </p:nvSpPr>
        <p:spPr>
          <a:xfrm>
            <a:off x="6250081" y="2348871"/>
            <a:ext cx="2540002" cy="3141635"/>
          </a:xfrm>
          <a:prstGeom prst="roundRect">
            <a:avLst>
              <a:gd name="adj" fmla="val 4926"/>
            </a:avLst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8380"/>
            <a:ext cx="7772400" cy="1470025"/>
          </a:xfrm>
        </p:spPr>
        <p:txBody>
          <a:bodyPr anchor="ctr">
            <a:norm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</a:rPr>
              <a:t>Technology Stack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3B27A8C-7B6F-C7C3-55F3-0592A20B9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381" y="3621046"/>
            <a:ext cx="2327580" cy="1595721"/>
          </a:xfrm>
          <a:ln>
            <a:noFill/>
          </a:ln>
        </p:spPr>
        <p:txBody>
          <a:bodyPr>
            <a:noAutofit/>
          </a:bodyPr>
          <a:lstStyle/>
          <a:p>
            <a:r>
              <a:rPr lang="en-GB" sz="1800" dirty="0">
                <a:solidFill>
                  <a:schemeClr val="bg1"/>
                </a:solidFill>
              </a:rPr>
              <a:t>Used for dashboard development, data modeling, and creating all interactive visualizations.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FB536422-9832-B83A-26BA-4662C75EB089}"/>
              </a:ext>
            </a:extLst>
          </p:cNvPr>
          <p:cNvSpPr txBox="1">
            <a:spLocks/>
          </p:cNvSpPr>
          <p:nvPr/>
        </p:nvSpPr>
        <p:spPr>
          <a:xfrm>
            <a:off x="6447692" y="3764185"/>
            <a:ext cx="2267927" cy="1452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bg1"/>
                </a:solidFill>
              </a:rPr>
              <a:t>Used to write calculated measures (e.g., Total Votes, Vote Share %, Margin %) to power the analytics.</a:t>
            </a: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52567551-BBC3-9673-83A5-DD214B2ACAFA}"/>
              </a:ext>
            </a:extLst>
          </p:cNvPr>
          <p:cNvSpPr txBox="1">
            <a:spLocks/>
          </p:cNvSpPr>
          <p:nvPr/>
        </p:nvSpPr>
        <p:spPr>
          <a:xfrm>
            <a:off x="3439739" y="3706209"/>
            <a:ext cx="2424734" cy="126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chemeClr val="bg1"/>
                </a:solidFill>
              </a:rPr>
              <a:t>The engine for data preprocessing. Used to clean, transform, and merge all data sources.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1534075F-0206-5524-6626-8415D44589AD}"/>
              </a:ext>
            </a:extLst>
          </p:cNvPr>
          <p:cNvSpPr txBox="1">
            <a:spLocks/>
          </p:cNvSpPr>
          <p:nvPr/>
        </p:nvSpPr>
        <p:spPr>
          <a:xfrm>
            <a:off x="324617" y="3187592"/>
            <a:ext cx="2482358" cy="48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chemeClr val="bg1"/>
                </a:solidFill>
              </a:rPr>
              <a:t>Power BI</a:t>
            </a: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A883B92D-F7D6-3268-C2BD-B731BE6E8628}"/>
              </a:ext>
            </a:extLst>
          </p:cNvPr>
          <p:cNvSpPr txBox="1">
            <a:spLocks/>
          </p:cNvSpPr>
          <p:nvPr/>
        </p:nvSpPr>
        <p:spPr>
          <a:xfrm>
            <a:off x="3324472" y="3214258"/>
            <a:ext cx="2540001" cy="5499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chemeClr val="bg1"/>
                </a:solidFill>
              </a:rPr>
              <a:t>Power Query (ETL)</a:t>
            </a:r>
          </a:p>
        </p:txBody>
      </p:sp>
      <p:sp>
        <p:nvSpPr>
          <p:cNvPr id="12" name="Subtitle 4">
            <a:extLst>
              <a:ext uri="{FF2B5EF4-FFF2-40B4-BE49-F238E27FC236}">
                <a16:creationId xmlns:a16="http://schemas.microsoft.com/office/drawing/2014/main" id="{06A7A058-CF23-EBC8-2CDA-AC64EF1B2586}"/>
              </a:ext>
            </a:extLst>
          </p:cNvPr>
          <p:cNvSpPr txBox="1">
            <a:spLocks/>
          </p:cNvSpPr>
          <p:nvPr/>
        </p:nvSpPr>
        <p:spPr>
          <a:xfrm>
            <a:off x="6353147" y="3260073"/>
            <a:ext cx="2495058" cy="487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chemeClr val="bg1"/>
                </a:solidFill>
              </a:rPr>
              <a:t>DAX Functions</a:t>
            </a:r>
          </a:p>
        </p:txBody>
      </p:sp>
      <p:pic>
        <p:nvPicPr>
          <p:cNvPr id="14" name="Graphic 13" descr="Pie chart with solid fill">
            <a:extLst>
              <a:ext uri="{FF2B5EF4-FFF2-40B4-BE49-F238E27FC236}">
                <a16:creationId xmlns:a16="http://schemas.microsoft.com/office/drawing/2014/main" id="{617B6700-31EC-16BB-2EB0-3C127DB8D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9653" y="2551919"/>
            <a:ext cx="685035" cy="685035"/>
          </a:xfrm>
          <a:prstGeom prst="rect">
            <a:avLst/>
          </a:prstGeom>
        </p:spPr>
      </p:pic>
      <p:pic>
        <p:nvPicPr>
          <p:cNvPr id="16" name="Graphic 15" descr="Filter with solid fill">
            <a:extLst>
              <a:ext uri="{FF2B5EF4-FFF2-40B4-BE49-F238E27FC236}">
                <a16:creationId xmlns:a16="http://schemas.microsoft.com/office/drawing/2014/main" id="{FE16DF54-02FB-9CEB-F613-103917A73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14800" y="2550827"/>
            <a:ext cx="668215" cy="668215"/>
          </a:xfrm>
          <a:prstGeom prst="rect">
            <a:avLst/>
          </a:prstGeom>
        </p:spPr>
      </p:pic>
      <p:pic>
        <p:nvPicPr>
          <p:cNvPr id="18" name="Graphic 17" descr="Calculator with solid fill">
            <a:extLst>
              <a:ext uri="{FF2B5EF4-FFF2-40B4-BE49-F238E27FC236}">
                <a16:creationId xmlns:a16="http://schemas.microsoft.com/office/drawing/2014/main" id="{0C3FD1F3-6B5C-ED47-B842-5B65D28CCD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4070" y="2503863"/>
            <a:ext cx="750277" cy="7502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C1FECA-FDF0-0419-CF5D-A602860D4512}"/>
              </a:ext>
            </a:extLst>
          </p:cNvPr>
          <p:cNvSpPr txBox="1">
            <a:spLocks/>
          </p:cNvSpPr>
          <p:nvPr/>
        </p:nvSpPr>
        <p:spPr>
          <a:xfrm>
            <a:off x="379476" y="200872"/>
            <a:ext cx="7626096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</a:pPr>
            <a:r>
              <a:rPr lang="en-US" sz="3500" b="1" dirty="0">
                <a:solidFill>
                  <a:schemeClr val="bg1"/>
                </a:solidFill>
              </a:rPr>
              <a:t>Project Execution Milestones</a:t>
            </a:r>
          </a:p>
        </p:txBody>
      </p:sp>
      <p:sp>
        <p:nvSpPr>
          <p:cNvPr id="5" name="Subtitle 5">
            <a:extLst>
              <a:ext uri="{FF2B5EF4-FFF2-40B4-BE49-F238E27FC236}">
                <a16:creationId xmlns:a16="http://schemas.microsoft.com/office/drawing/2014/main" id="{E910FE82-0F89-67A9-8F78-9571D96AD5A2}"/>
              </a:ext>
            </a:extLst>
          </p:cNvPr>
          <p:cNvSpPr txBox="1">
            <a:spLocks/>
          </p:cNvSpPr>
          <p:nvPr/>
        </p:nvSpPr>
        <p:spPr>
          <a:xfrm>
            <a:off x="836676" y="3636257"/>
            <a:ext cx="2293386" cy="374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M1: Data Cleaning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319F23-8744-8FBA-773E-AA0948FC5648}"/>
              </a:ext>
            </a:extLst>
          </p:cNvPr>
          <p:cNvSpPr txBox="1"/>
          <p:nvPr/>
        </p:nvSpPr>
        <p:spPr>
          <a:xfrm>
            <a:off x="2707373" y="2351870"/>
            <a:ext cx="2439058" cy="869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Built table relationships and defined core DAX measures for analysis.</a:t>
            </a:r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0CDB217D-B7EB-9EF8-F121-59936510BD10}"/>
              </a:ext>
            </a:extLst>
          </p:cNvPr>
          <p:cNvSpPr txBox="1">
            <a:spLocks/>
          </p:cNvSpPr>
          <p:nvPr/>
        </p:nvSpPr>
        <p:spPr>
          <a:xfrm>
            <a:off x="4413737" y="3940892"/>
            <a:ext cx="2584940" cy="8620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Designed visuals for national, state, and party-level insights.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40A8D6-1E2A-933A-F970-C0451A0716DE}"/>
              </a:ext>
            </a:extLst>
          </p:cNvPr>
          <p:cNvSpPr txBox="1"/>
          <p:nvPr/>
        </p:nvSpPr>
        <p:spPr>
          <a:xfrm>
            <a:off x="5972908" y="1944808"/>
            <a:ext cx="28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M4: Review &amp; Deploy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FEDCEE-AD21-3BCD-371D-703D38D00C51}"/>
              </a:ext>
            </a:extLst>
          </p:cNvPr>
          <p:cNvSpPr/>
          <p:nvPr/>
        </p:nvSpPr>
        <p:spPr>
          <a:xfrm>
            <a:off x="706433" y="3330813"/>
            <a:ext cx="7756339" cy="45719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1B3FA3-E857-71E1-4196-001EB207D2D6}"/>
              </a:ext>
            </a:extLst>
          </p:cNvPr>
          <p:cNvSpPr/>
          <p:nvPr/>
        </p:nvSpPr>
        <p:spPr>
          <a:xfrm>
            <a:off x="1652953" y="3255485"/>
            <a:ext cx="175846" cy="15065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FF787C-EE34-2CF9-DAFE-3C4193361E8E}"/>
              </a:ext>
            </a:extLst>
          </p:cNvPr>
          <p:cNvSpPr/>
          <p:nvPr/>
        </p:nvSpPr>
        <p:spPr>
          <a:xfrm>
            <a:off x="3610710" y="3255485"/>
            <a:ext cx="175846" cy="15065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CF07E0-B5E0-F409-3A6F-F5D743509588}"/>
              </a:ext>
            </a:extLst>
          </p:cNvPr>
          <p:cNvSpPr/>
          <p:nvPr/>
        </p:nvSpPr>
        <p:spPr>
          <a:xfrm>
            <a:off x="5533291" y="3257229"/>
            <a:ext cx="175846" cy="15065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B30DC75-9CCF-F667-A289-458C24A3ACDE}"/>
              </a:ext>
            </a:extLst>
          </p:cNvPr>
          <p:cNvSpPr/>
          <p:nvPr/>
        </p:nvSpPr>
        <p:spPr>
          <a:xfrm>
            <a:off x="7420708" y="3255485"/>
            <a:ext cx="175846" cy="15065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ubtitle 5">
            <a:extLst>
              <a:ext uri="{FF2B5EF4-FFF2-40B4-BE49-F238E27FC236}">
                <a16:creationId xmlns:a16="http://schemas.microsoft.com/office/drawing/2014/main" id="{8521820C-99BE-D5C1-A6D7-DFA8ACFC3A24}"/>
              </a:ext>
            </a:extLst>
          </p:cNvPr>
          <p:cNvSpPr txBox="1">
            <a:spLocks/>
          </p:cNvSpPr>
          <p:nvPr/>
        </p:nvSpPr>
        <p:spPr>
          <a:xfrm>
            <a:off x="824952" y="4079912"/>
            <a:ext cx="2434063" cy="900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Acquired and refined the dataset, removing all inconsistencies.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9CA559-78F4-3AB7-7002-11DB7FF459EE}"/>
              </a:ext>
            </a:extLst>
          </p:cNvPr>
          <p:cNvSpPr txBox="1"/>
          <p:nvPr/>
        </p:nvSpPr>
        <p:spPr>
          <a:xfrm>
            <a:off x="2707373" y="1944808"/>
            <a:ext cx="2239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M2: Data Modeling </a:t>
            </a:r>
          </a:p>
        </p:txBody>
      </p:sp>
      <p:sp>
        <p:nvSpPr>
          <p:cNvPr id="15" name="Subtitle 5">
            <a:extLst>
              <a:ext uri="{FF2B5EF4-FFF2-40B4-BE49-F238E27FC236}">
                <a16:creationId xmlns:a16="http://schemas.microsoft.com/office/drawing/2014/main" id="{CD84EA82-3E4B-3A38-9E12-9845D04FD1DF}"/>
              </a:ext>
            </a:extLst>
          </p:cNvPr>
          <p:cNvSpPr txBox="1">
            <a:spLocks/>
          </p:cNvSpPr>
          <p:nvPr/>
        </p:nvSpPr>
        <p:spPr>
          <a:xfrm>
            <a:off x="4416667" y="3524492"/>
            <a:ext cx="2584940" cy="41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lnSpc>
                <a:spcPct val="90000"/>
              </a:lnSpc>
            </a:pPr>
            <a:r>
              <a:rPr lang="en-US" sz="2000" b="1" dirty="0">
                <a:solidFill>
                  <a:schemeClr val="accent6"/>
                </a:solidFill>
              </a:rPr>
              <a:t>M3: Dashboard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ED5189-6E27-5A54-42D1-460491FADCD5}"/>
              </a:ext>
            </a:extLst>
          </p:cNvPr>
          <p:cNvSpPr txBox="1"/>
          <p:nvPr/>
        </p:nvSpPr>
        <p:spPr>
          <a:xfrm>
            <a:off x="6107935" y="2304127"/>
            <a:ext cx="2439058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Incorporated mentor feedback and optimized for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0279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774" y="162668"/>
            <a:ext cx="8244521" cy="1112680"/>
          </a:xfrm>
        </p:spPr>
        <p:txBody>
          <a:bodyPr>
            <a:norm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</a:rPr>
              <a:t>Dashboard Demo: Overview</a:t>
            </a:r>
            <a:endParaRPr lang="en-IN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AD5C79-730D-4DCA-F6D7-B9B553668D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56761"/>
              </p:ext>
            </p:extLst>
          </p:nvPr>
        </p:nvGraphicFramePr>
        <p:xfrm>
          <a:off x="4097956" y="1521272"/>
          <a:ext cx="4773168" cy="4530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screenshot of a political chart&#10;&#10;AI-generated content may be incorrect.">
            <a:extLst>
              <a:ext uri="{FF2B5EF4-FFF2-40B4-BE49-F238E27FC236}">
                <a16:creationId xmlns:a16="http://schemas.microsoft.com/office/drawing/2014/main" id="{BC4317FA-4FB6-9B84-344D-C2A56A8839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7833" y="2394296"/>
            <a:ext cx="4104167" cy="2282058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838" y="156410"/>
            <a:ext cx="8284464" cy="1040491"/>
          </a:xfrm>
        </p:spPr>
        <p:txBody>
          <a:bodyPr>
            <a:norm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</a:rPr>
              <a:t>Dashboard Demo: State-Analysis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8A2DAF-2EC3-EB57-70A7-31CC737697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609784"/>
              </p:ext>
            </p:extLst>
          </p:nvPr>
        </p:nvGraphicFramePr>
        <p:xfrm>
          <a:off x="4572000" y="1347537"/>
          <a:ext cx="3898230" cy="4584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A03024-AE6E-D0F7-EFCA-98E1A82A1C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838" y="2188229"/>
            <a:ext cx="4216743" cy="2344654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92" y="249535"/>
            <a:ext cx="8284464" cy="835954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</a:rPr>
              <a:t>Dashboard Demo: Party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D8D53D-77F3-770B-9E60-8DDABD771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3351645"/>
              </p:ext>
            </p:extLst>
          </p:nvPr>
        </p:nvGraphicFramePr>
        <p:xfrm>
          <a:off x="4535424" y="1306406"/>
          <a:ext cx="3911662" cy="4915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2FD8EB-9377-D7D8-C6AC-D9C1F63C18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387" y="2278509"/>
            <a:ext cx="4142524" cy="2463611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172" y="126571"/>
            <a:ext cx="8509214" cy="1449565"/>
          </a:xfrm>
        </p:spPr>
        <p:txBody>
          <a:bodyPr>
            <a:normAutofit/>
          </a:bodyPr>
          <a:lstStyle/>
          <a:p>
            <a:pPr algn="l"/>
            <a:r>
              <a:rPr lang="en-IN" sz="4000" b="1" dirty="0">
                <a:solidFill>
                  <a:schemeClr val="bg1"/>
                </a:solidFill>
              </a:rPr>
              <a:t>Dashboard Demo: Analytical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1EEFF1-FD60-003A-47A9-55F1E1EEE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5218100"/>
              </p:ext>
            </p:extLst>
          </p:nvPr>
        </p:nvGraphicFramePr>
        <p:xfrm>
          <a:off x="5050465" y="1576136"/>
          <a:ext cx="3733428" cy="4174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0EE1F83C-DA73-5A25-E7A6-643D85385F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172" y="2052317"/>
            <a:ext cx="4572001" cy="254219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D5446-171A-6F04-4895-B99F757DB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667" y="342631"/>
            <a:ext cx="8424333" cy="1470025"/>
          </a:xfrm>
        </p:spPr>
        <p:txBody>
          <a:bodyPr>
            <a:norm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</a:rPr>
              <a:t>Key Insights Discovered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C3892-9839-9D23-EB25-F2D393139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689" y="3241939"/>
            <a:ext cx="3177822" cy="1752600"/>
          </a:xfrm>
        </p:spPr>
        <p:txBody>
          <a:bodyPr>
            <a:normAutofit/>
          </a:bodyPr>
          <a:lstStyle/>
          <a:p>
            <a:r>
              <a:rPr lang="en-GB" sz="6000" b="1" dirty="0">
                <a:solidFill>
                  <a:schemeClr val="accent6">
                    <a:lumMod val="75000"/>
                  </a:schemeClr>
                </a:solidFill>
              </a:rPr>
              <a:t>8.2%</a:t>
            </a:r>
          </a:p>
          <a:p>
            <a:r>
              <a:rPr lang="en-GB" sz="2400" dirty="0"/>
              <a:t>Increase in Turnout</a:t>
            </a:r>
            <a:endParaRPr lang="en-IN" sz="2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6AC29D7-5B21-F683-9E13-B201439C9DEC}"/>
              </a:ext>
            </a:extLst>
          </p:cNvPr>
          <p:cNvSpPr txBox="1">
            <a:spLocks/>
          </p:cNvSpPr>
          <p:nvPr/>
        </p:nvSpPr>
        <p:spPr>
          <a:xfrm>
            <a:off x="3341511" y="2104846"/>
            <a:ext cx="5094111" cy="596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>
                <a:solidFill>
                  <a:schemeClr val="accent6"/>
                </a:solidFill>
              </a:rPr>
              <a:t>What the Data Showed</a:t>
            </a:r>
            <a:endParaRPr lang="en-IN" b="1" dirty="0">
              <a:solidFill>
                <a:schemeClr val="accent6"/>
              </a:solidFill>
            </a:endParaRPr>
          </a:p>
        </p:txBody>
      </p:sp>
      <p:graphicFrame>
        <p:nvGraphicFramePr>
          <p:cNvPr id="7" name="Subtitle 2">
            <a:extLst>
              <a:ext uri="{FF2B5EF4-FFF2-40B4-BE49-F238E27FC236}">
                <a16:creationId xmlns:a16="http://schemas.microsoft.com/office/drawing/2014/main" id="{9832E545-1DFA-AF2C-55AE-A257A18641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5723293"/>
              </p:ext>
            </p:extLst>
          </p:nvPr>
        </p:nvGraphicFramePr>
        <p:xfrm>
          <a:off x="3341511" y="2689225"/>
          <a:ext cx="5240867" cy="2858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2453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47651"/>
            <a:ext cx="7886700" cy="1133499"/>
          </a:xfrm>
        </p:spPr>
        <p:txBody>
          <a:bodyPr>
            <a:normAutofit/>
          </a:bodyPr>
          <a:lstStyle/>
          <a:p>
            <a:pPr algn="l"/>
            <a:r>
              <a:rPr lang="en-IN" sz="4500" dirty="0">
                <a:solidFill>
                  <a:schemeClr val="bg1"/>
                </a:solidFill>
              </a:rPr>
              <a:t>Why ElectViz Matters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C025A3-CE57-ED28-7124-2E59D3FDC3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7394638"/>
              </p:ext>
            </p:extLst>
          </p:nvPr>
        </p:nvGraphicFramePr>
        <p:xfrm>
          <a:off x="628650" y="1481150"/>
          <a:ext cx="7886700" cy="4700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</a:rPr>
              <a:t>Future Enhancements</a:t>
            </a:r>
            <a:endParaRPr lang="en-IN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338AF1-1179-6816-2D17-F098384A3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128345"/>
              </p:ext>
            </p:extLst>
          </p:nvPr>
        </p:nvGraphicFramePr>
        <p:xfrm>
          <a:off x="457200" y="132926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D3927-6030-4504-7DA8-B6146CDE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</a:rPr>
              <a:t>Conclusion</a:t>
            </a:r>
            <a:endParaRPr lang="en-IN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BB1DAF64-A5C2-C83C-E15D-D09A13C2E4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7560135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3493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66142-EC62-7AAC-6F13-A6B496D25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5AD07-4050-1F1B-6A32-90EB3062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</a:rPr>
              <a:t>Acknowledgements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22DB2-72C5-A760-9E80-A498AA22F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59" y="2158411"/>
            <a:ext cx="7603395" cy="3444950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We would like to express our heartfelt gratitude to the Infosys Springboard Team, our mentor Nithyasri S J, and our teammates for their collaboration and support.</a:t>
            </a:r>
          </a:p>
        </p:txBody>
      </p:sp>
    </p:spTree>
    <p:extLst>
      <p:ext uri="{BB962C8B-B14F-4D97-AF65-F5344CB8AC3E}">
        <p14:creationId xmlns:p14="http://schemas.microsoft.com/office/powerpoint/2010/main" val="754165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745</Words>
  <Application>Microsoft Macintosh PowerPoint</Application>
  <PresentationFormat>On-screen Show (4:3)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ELECTVIZ ELECTION DATA VISUALIZATION FOR ON MEDIA</vt:lpstr>
      <vt:lpstr>Project Objective</vt:lpstr>
      <vt:lpstr>The Challenge: Why ElectViz?</vt:lpstr>
      <vt:lpstr>Technology Stack</vt:lpstr>
      <vt:lpstr>PowerPoint Presentation</vt:lpstr>
      <vt:lpstr>Dashboard Demo: Overview</vt:lpstr>
      <vt:lpstr>Dashboard Demo: State-Analysis</vt:lpstr>
      <vt:lpstr>Dashboard Demo: Party Performance</vt:lpstr>
      <vt:lpstr>Dashboard Demo: Analytical Insights</vt:lpstr>
      <vt:lpstr>Key Insights Discovered</vt:lpstr>
      <vt:lpstr>Why ElectViz Matters</vt:lpstr>
      <vt:lpstr>Future Enhancements</vt:lpstr>
      <vt:lpstr>Conclusion</vt:lpstr>
      <vt:lpstr>Acknowledgements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dishantgangwar47@gmail.com</cp:lastModifiedBy>
  <cp:revision>66</cp:revision>
  <dcterms:created xsi:type="dcterms:W3CDTF">2013-01-27T09:14:16Z</dcterms:created>
  <dcterms:modified xsi:type="dcterms:W3CDTF">2025-11-03T15:44:19Z</dcterms:modified>
  <cp:category/>
</cp:coreProperties>
</file>